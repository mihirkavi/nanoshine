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Nunito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Poppins"/>
      <p:regular r:id="rId46"/>
      <p:bold r:id="rId47"/>
      <p:italic r:id="rId48"/>
      <p:boldItalic r:id="rId49"/>
    </p:embeddedFont>
    <p:embeddedFont>
      <p:font typeface="Nunito Medium"/>
      <p:regular r:id="rId50"/>
      <p:bold r:id="rId51"/>
      <p:italic r:id="rId52"/>
      <p:boldItalic r:id="rId53"/>
    </p:embeddedFont>
    <p:embeddedFont>
      <p:font typeface="Itim"/>
      <p:regular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Mandi W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Lato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Poppins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Poppins-italic.fntdata"/><Relationship Id="rId47" Type="http://schemas.openxmlformats.org/officeDocument/2006/relationships/font" Target="fonts/Poppins-bold.fntdata"/><Relationship Id="rId49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Nunito-bold.fntdata"/><Relationship Id="rId34" Type="http://schemas.openxmlformats.org/officeDocument/2006/relationships/font" Target="fonts/Nunito-regular.fntdata"/><Relationship Id="rId37" Type="http://schemas.openxmlformats.org/officeDocument/2006/relationships/font" Target="fonts/Nunito-boldItalic.fntdata"/><Relationship Id="rId36" Type="http://schemas.openxmlformats.org/officeDocument/2006/relationships/font" Target="fonts/Nunito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unitoMedium-bold.fntdata"/><Relationship Id="rId50" Type="http://schemas.openxmlformats.org/officeDocument/2006/relationships/font" Target="fonts/NunitoMedium-regular.fntdata"/><Relationship Id="rId53" Type="http://schemas.openxmlformats.org/officeDocument/2006/relationships/font" Target="fonts/NunitoMedium-boldItalic.fntdata"/><Relationship Id="rId52" Type="http://schemas.openxmlformats.org/officeDocument/2006/relationships/font" Target="fonts/Nunito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Itim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4-07T21:20:00.292">
    <p:pos x="449" y="2053"/>
    <p:text>add team member names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3-04-07T21:29:22.553">
    <p:pos x="232" y="1694"/>
    <p:text>change photo</p:text>
  </p:cm>
  <p:cm authorId="0" idx="3" dt="2023-04-07T21:26:56.192">
    <p:pos x="232" y="1694"/>
    <p:text>get between teeth under the gum line, fewer doctor visits, premium price</p:text>
  </p:cm>
  <p:cm authorId="0" idx="4" dt="2023-04-07T21:29:22.553">
    <p:pos x="232" y="1694"/>
    <p:text>"beach head market" = waterpik users or dentists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g209c7374cb0_0_17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5" name="Google Shape;2345;g209c7374cb0_0_17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209c7374cb0_0_34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209c7374cb0_0_34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22c00f9b16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22c00f9b16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g209c7374cb0_0_34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3" name="Google Shape;2403;g209c7374cb0_0_34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291E1"/>
              </a:buClr>
              <a:buSzPts val="1400"/>
              <a:buFont typeface="Poppins"/>
              <a:buChar char="●"/>
            </a:pPr>
            <a:r>
              <a:rPr lang="en" sz="1400">
                <a:solidFill>
                  <a:srgbClr val="001C44"/>
                </a:solidFill>
                <a:latin typeface="Poppins"/>
                <a:ea typeface="Poppins"/>
                <a:cs typeface="Poppins"/>
                <a:sym typeface="Poppins"/>
              </a:rPr>
              <a:t>Lot of people do not often visit the dentist.</a:t>
            </a:r>
            <a:endParaRPr sz="1400">
              <a:solidFill>
                <a:srgbClr val="001C4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g209c7374cb0_0_34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7" name="Google Shape;2417;g209c7374cb0_0_34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209c7374cb0_0_34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209c7374cb0_0_34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209c7374cb0_0_34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209c7374cb0_0_34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209c7374cb0_0_34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209c7374cb0_0_34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209c7374cb0_0_34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209c7374cb0_0_34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209c7374cb0_0_17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209c7374cb0_0_17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g209c7374cb0_0_18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1" name="Google Shape;2471;g209c7374cb0_0_18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209c7374cb0_0_34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3" name="Google Shape;2513;g209c7374cb0_0_34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g209c7374cb0_0_17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9" name="Google Shape;2519;g209c7374cb0_0_17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0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209c7374cb0_0_17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209c7374cb0_0_17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g209c7374cb0_0_34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0" name="Google Shape;2560;g209c7374cb0_0_34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g209c7374cb0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4" name="Google Shape;2574;g209c7374cb0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22c00f9b16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22c00f9b16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g209c7374cb0_0_34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2" name="Google Shape;2622;g209c7374cb0_0_34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g209c7374cb0_0_34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8" name="Google Shape;2628;g209c7374cb0_0_34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g209c7374cb0_0_17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4" name="Google Shape;2634;g209c7374cb0_0_17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229c2fbd1c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0" name="Google Shape;2690;g229c2fbd1c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229c2fbd1c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229c2fbd1c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229c2fbd1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" name="Google Shape;2702;g229c2fbd1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652694" y="176933"/>
            <a:ext cx="1146819" cy="548812"/>
            <a:chOff x="126925" y="511427"/>
            <a:chExt cx="697154" cy="333625"/>
          </a:xfrm>
        </p:grpSpPr>
        <p:sp>
          <p:nvSpPr>
            <p:cNvPr id="10" name="Google Shape;10;p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47" name="Google Shape;47;p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-866425" y="-915050"/>
            <a:ext cx="1999366" cy="1996853"/>
            <a:chOff x="1261508" y="230234"/>
            <a:chExt cx="842548" cy="841489"/>
          </a:xfrm>
        </p:grpSpPr>
        <p:sp>
          <p:nvSpPr>
            <p:cNvPr id="84" name="Google Shape;84;p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8157900" y="3034150"/>
            <a:ext cx="1999366" cy="1996853"/>
            <a:chOff x="1261508" y="230234"/>
            <a:chExt cx="842548" cy="841489"/>
          </a:xfrm>
        </p:grpSpPr>
        <p:sp>
          <p:nvSpPr>
            <p:cNvPr id="90" name="Google Shape;90;p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2"/>
          <p:cNvSpPr txBox="1"/>
          <p:nvPr>
            <p:ph type="ctrTitle"/>
          </p:nvPr>
        </p:nvSpPr>
        <p:spPr>
          <a:xfrm>
            <a:off x="1622013" y="1250188"/>
            <a:ext cx="4467000" cy="2243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2"/>
          <p:cNvSpPr txBox="1"/>
          <p:nvPr>
            <p:ph idx="1" type="subTitle"/>
          </p:nvPr>
        </p:nvSpPr>
        <p:spPr>
          <a:xfrm>
            <a:off x="1622013" y="3493410"/>
            <a:ext cx="44670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" name="Google Shape;97;p2"/>
          <p:cNvSpPr/>
          <p:nvPr/>
        </p:nvSpPr>
        <p:spPr>
          <a:xfrm>
            <a:off x="449576" y="1432127"/>
            <a:ext cx="95270" cy="141359"/>
          </a:xfrm>
          <a:custGeom>
            <a:rect b="b" l="l" r="r" t="t"/>
            <a:pathLst>
              <a:path extrusionOk="0" h="2058" w="1387">
                <a:moveTo>
                  <a:pt x="697" y="1"/>
                </a:moveTo>
                <a:cubicBezTo>
                  <a:pt x="642" y="851"/>
                  <a:pt x="592" y="925"/>
                  <a:pt x="1" y="1029"/>
                </a:cubicBezTo>
                <a:cubicBezTo>
                  <a:pt x="592" y="1134"/>
                  <a:pt x="642" y="1208"/>
                  <a:pt x="697" y="2058"/>
                </a:cubicBezTo>
                <a:cubicBezTo>
                  <a:pt x="771" y="1208"/>
                  <a:pt x="826" y="1134"/>
                  <a:pt x="1387" y="1029"/>
                </a:cubicBezTo>
                <a:cubicBezTo>
                  <a:pt x="826" y="925"/>
                  <a:pt x="771" y="851"/>
                  <a:pt x="6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076156" y="2419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101" name="Google Shape;101;p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1215722" y="350431"/>
            <a:ext cx="287314" cy="379145"/>
            <a:chOff x="3216099" y="239444"/>
            <a:chExt cx="173751" cy="229285"/>
          </a:xfrm>
        </p:grpSpPr>
        <p:sp>
          <p:nvSpPr>
            <p:cNvPr id="138" name="Google Shape;138;p3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2971250" y="-1074850"/>
            <a:ext cx="1999366" cy="1996853"/>
            <a:chOff x="1261508" y="230234"/>
            <a:chExt cx="842548" cy="841489"/>
          </a:xfrm>
        </p:grpSpPr>
        <p:sp>
          <p:nvSpPr>
            <p:cNvPr id="141" name="Google Shape;141;p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7949350" y="3887875"/>
            <a:ext cx="1999366" cy="1996853"/>
            <a:chOff x="1261508" y="230234"/>
            <a:chExt cx="842548" cy="841489"/>
          </a:xfrm>
        </p:grpSpPr>
        <p:sp>
          <p:nvSpPr>
            <p:cNvPr id="147" name="Google Shape;147;p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3"/>
          <p:cNvSpPr txBox="1"/>
          <p:nvPr>
            <p:ph type="title"/>
          </p:nvPr>
        </p:nvSpPr>
        <p:spPr>
          <a:xfrm>
            <a:off x="713100" y="2388038"/>
            <a:ext cx="4213200" cy="7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"/>
          <p:cNvSpPr txBox="1"/>
          <p:nvPr>
            <p:ph hasCustomPrompt="1" idx="2" type="title"/>
          </p:nvPr>
        </p:nvSpPr>
        <p:spPr>
          <a:xfrm>
            <a:off x="713100" y="1466474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54" name="Google Shape;154;p3"/>
          <p:cNvSpPr txBox="1"/>
          <p:nvPr>
            <p:ph idx="1" type="subTitle"/>
          </p:nvPr>
        </p:nvSpPr>
        <p:spPr>
          <a:xfrm>
            <a:off x="713100" y="3260199"/>
            <a:ext cx="42132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ivvic"/>
              <a:buChar char="●"/>
              <a:defRPr>
                <a:latin typeface="Itim"/>
                <a:ea typeface="Itim"/>
                <a:cs typeface="Itim"/>
                <a:sym typeface="Itim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158" name="Google Shape;158;p4"/>
          <p:cNvGrpSpPr/>
          <p:nvPr/>
        </p:nvGrpSpPr>
        <p:grpSpPr>
          <a:xfrm>
            <a:off x="139694" y="128721"/>
            <a:ext cx="1146819" cy="548812"/>
            <a:chOff x="126925" y="511427"/>
            <a:chExt cx="697154" cy="333625"/>
          </a:xfrm>
        </p:grpSpPr>
        <p:sp>
          <p:nvSpPr>
            <p:cNvPr id="159" name="Google Shape;159;p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4"/>
          <p:cNvGrpSpPr/>
          <p:nvPr/>
        </p:nvGrpSpPr>
        <p:grpSpPr>
          <a:xfrm>
            <a:off x="7849225" y="-844375"/>
            <a:ext cx="1999366" cy="1996853"/>
            <a:chOff x="1261508" y="230234"/>
            <a:chExt cx="842548" cy="841489"/>
          </a:xfrm>
        </p:grpSpPr>
        <p:sp>
          <p:nvSpPr>
            <p:cNvPr id="196" name="Google Shape;196;p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4"/>
          <p:cNvGrpSpPr/>
          <p:nvPr/>
        </p:nvGrpSpPr>
        <p:grpSpPr>
          <a:xfrm>
            <a:off x="6623900" y="4069175"/>
            <a:ext cx="1999366" cy="1996853"/>
            <a:chOff x="1261508" y="230234"/>
            <a:chExt cx="842548" cy="841489"/>
          </a:xfrm>
        </p:grpSpPr>
        <p:sp>
          <p:nvSpPr>
            <p:cNvPr id="202" name="Google Shape;202;p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4"/>
          <p:cNvGrpSpPr/>
          <p:nvPr/>
        </p:nvGrpSpPr>
        <p:grpSpPr>
          <a:xfrm>
            <a:off x="6707047" y="62731"/>
            <a:ext cx="287314" cy="379145"/>
            <a:chOff x="3216099" y="239444"/>
            <a:chExt cx="173751" cy="229285"/>
          </a:xfrm>
        </p:grpSpPr>
        <p:sp>
          <p:nvSpPr>
            <p:cNvPr id="208" name="Google Shape;208;p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4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211" name="Google Shape;211;p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4"/>
          <p:cNvGrpSpPr/>
          <p:nvPr/>
        </p:nvGrpSpPr>
        <p:grpSpPr>
          <a:xfrm>
            <a:off x="8659297" y="1462375"/>
            <a:ext cx="255228" cy="341001"/>
            <a:chOff x="3216099" y="262511"/>
            <a:chExt cx="154347" cy="206217"/>
          </a:xfrm>
        </p:grpSpPr>
        <p:sp>
          <p:nvSpPr>
            <p:cNvPr id="214" name="Google Shape;214;p4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4"/>
          <p:cNvSpPr/>
          <p:nvPr/>
        </p:nvSpPr>
        <p:spPr>
          <a:xfrm>
            <a:off x="711767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5"/>
          <p:cNvGrpSpPr/>
          <p:nvPr/>
        </p:nvGrpSpPr>
        <p:grpSpPr>
          <a:xfrm rot="5400000">
            <a:off x="139694" y="1446371"/>
            <a:ext cx="1146819" cy="548812"/>
            <a:chOff x="126925" y="511427"/>
            <a:chExt cx="697154" cy="333625"/>
          </a:xfrm>
        </p:grpSpPr>
        <p:sp>
          <p:nvSpPr>
            <p:cNvPr id="219" name="Google Shape;219;p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5"/>
          <p:cNvGrpSpPr/>
          <p:nvPr/>
        </p:nvGrpSpPr>
        <p:grpSpPr>
          <a:xfrm>
            <a:off x="806172" y="249306"/>
            <a:ext cx="287314" cy="379145"/>
            <a:chOff x="3216099" y="239444"/>
            <a:chExt cx="173751" cy="229285"/>
          </a:xfrm>
        </p:grpSpPr>
        <p:sp>
          <p:nvSpPr>
            <p:cNvPr id="256" name="Google Shape;256;p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5"/>
          <p:cNvGrpSpPr/>
          <p:nvPr/>
        </p:nvGrpSpPr>
        <p:grpSpPr>
          <a:xfrm>
            <a:off x="8144257" y="4556301"/>
            <a:ext cx="407031" cy="431553"/>
            <a:chOff x="5639106" y="643680"/>
            <a:chExt cx="246148" cy="260978"/>
          </a:xfrm>
        </p:grpSpPr>
        <p:sp>
          <p:nvSpPr>
            <p:cNvPr id="259" name="Google Shape;259;p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5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8468956" y="4312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5"/>
          <p:cNvGrpSpPr/>
          <p:nvPr/>
        </p:nvGrpSpPr>
        <p:grpSpPr>
          <a:xfrm>
            <a:off x="7956675" y="722350"/>
            <a:ext cx="1999366" cy="1996853"/>
            <a:chOff x="1261508" y="230234"/>
            <a:chExt cx="842548" cy="841489"/>
          </a:xfrm>
        </p:grpSpPr>
        <p:sp>
          <p:nvSpPr>
            <p:cNvPr id="264" name="Google Shape;264;p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5"/>
          <p:cNvGrpSpPr/>
          <p:nvPr/>
        </p:nvGrpSpPr>
        <p:grpSpPr>
          <a:xfrm>
            <a:off x="-716375" y="3982725"/>
            <a:ext cx="1999366" cy="1996853"/>
            <a:chOff x="1261508" y="230234"/>
            <a:chExt cx="842548" cy="841489"/>
          </a:xfrm>
        </p:grpSpPr>
        <p:sp>
          <p:nvSpPr>
            <p:cNvPr id="270" name="Google Shape;270;p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5"/>
          <p:cNvGrpSpPr/>
          <p:nvPr/>
        </p:nvGrpSpPr>
        <p:grpSpPr>
          <a:xfrm>
            <a:off x="7772907" y="223101"/>
            <a:ext cx="407031" cy="431553"/>
            <a:chOff x="5639106" y="643680"/>
            <a:chExt cx="246148" cy="260978"/>
          </a:xfrm>
        </p:grpSpPr>
        <p:sp>
          <p:nvSpPr>
            <p:cNvPr id="276" name="Google Shape;276;p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5"/>
          <p:cNvSpPr txBox="1"/>
          <p:nvPr>
            <p:ph idx="1" type="subTitle"/>
          </p:nvPr>
        </p:nvSpPr>
        <p:spPr>
          <a:xfrm>
            <a:off x="1692227" y="2976756"/>
            <a:ext cx="2555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0" name="Google Shape;280;p5"/>
          <p:cNvSpPr txBox="1"/>
          <p:nvPr>
            <p:ph idx="2" type="subTitle"/>
          </p:nvPr>
        </p:nvSpPr>
        <p:spPr>
          <a:xfrm>
            <a:off x="4896077" y="2976756"/>
            <a:ext cx="2555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5"/>
          <p:cNvSpPr txBox="1"/>
          <p:nvPr>
            <p:ph idx="3" type="subTitle"/>
          </p:nvPr>
        </p:nvSpPr>
        <p:spPr>
          <a:xfrm>
            <a:off x="1692225" y="2571760"/>
            <a:ext cx="2555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"/>
          <p:cNvSpPr txBox="1"/>
          <p:nvPr>
            <p:ph idx="4" type="subTitle"/>
          </p:nvPr>
        </p:nvSpPr>
        <p:spPr>
          <a:xfrm>
            <a:off x="4896075" y="2571760"/>
            <a:ext cx="2555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6"/>
          <p:cNvGrpSpPr/>
          <p:nvPr/>
        </p:nvGrpSpPr>
        <p:grpSpPr>
          <a:xfrm>
            <a:off x="347544" y="265596"/>
            <a:ext cx="1146819" cy="548812"/>
            <a:chOff x="126925" y="511427"/>
            <a:chExt cx="697154" cy="333625"/>
          </a:xfrm>
        </p:grpSpPr>
        <p:sp>
          <p:nvSpPr>
            <p:cNvPr id="285" name="Google Shape;285;p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347547" y="1045506"/>
            <a:ext cx="287314" cy="379145"/>
            <a:chOff x="3216099" y="239444"/>
            <a:chExt cx="173751" cy="229285"/>
          </a:xfrm>
        </p:grpSpPr>
        <p:sp>
          <p:nvSpPr>
            <p:cNvPr id="322" name="Google Shape;322;p6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8476107" y="4044101"/>
            <a:ext cx="407031" cy="431553"/>
            <a:chOff x="5639106" y="643680"/>
            <a:chExt cx="246148" cy="260978"/>
          </a:xfrm>
        </p:grpSpPr>
        <p:sp>
          <p:nvSpPr>
            <p:cNvPr id="325" name="Google Shape;325;p6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6"/>
          <p:cNvSpPr/>
          <p:nvPr/>
        </p:nvSpPr>
        <p:spPr>
          <a:xfrm>
            <a:off x="1704322" y="1777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8800806" y="38007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6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330" name="Google Shape;330;p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6"/>
          <p:cNvGrpSpPr/>
          <p:nvPr/>
        </p:nvGrpSpPr>
        <p:grpSpPr>
          <a:xfrm>
            <a:off x="-932850" y="3982725"/>
            <a:ext cx="1999366" cy="1996853"/>
            <a:chOff x="1261508" y="230234"/>
            <a:chExt cx="842548" cy="841489"/>
          </a:xfrm>
        </p:grpSpPr>
        <p:sp>
          <p:nvSpPr>
            <p:cNvPr id="336" name="Google Shape;336;p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7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344" name="Google Shape;344;p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7"/>
          <p:cNvGrpSpPr/>
          <p:nvPr/>
        </p:nvGrpSpPr>
        <p:grpSpPr>
          <a:xfrm>
            <a:off x="2572625" y="4152000"/>
            <a:ext cx="1999366" cy="1996853"/>
            <a:chOff x="1261508" y="230234"/>
            <a:chExt cx="842548" cy="841489"/>
          </a:xfrm>
        </p:grpSpPr>
        <p:sp>
          <p:nvSpPr>
            <p:cNvPr id="350" name="Google Shape;350;p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7"/>
          <p:cNvGrpSpPr/>
          <p:nvPr/>
        </p:nvGrpSpPr>
        <p:grpSpPr>
          <a:xfrm>
            <a:off x="7277194" y="4328971"/>
            <a:ext cx="1146819" cy="548812"/>
            <a:chOff x="126925" y="511427"/>
            <a:chExt cx="697154" cy="333625"/>
          </a:xfrm>
        </p:grpSpPr>
        <p:sp>
          <p:nvSpPr>
            <p:cNvPr id="356" name="Google Shape;356;p7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7"/>
          <p:cNvGrpSpPr/>
          <p:nvPr/>
        </p:nvGrpSpPr>
        <p:grpSpPr>
          <a:xfrm>
            <a:off x="432697" y="197531"/>
            <a:ext cx="287314" cy="379145"/>
            <a:chOff x="3216099" y="239444"/>
            <a:chExt cx="173751" cy="229285"/>
          </a:xfrm>
        </p:grpSpPr>
        <p:sp>
          <p:nvSpPr>
            <p:cNvPr id="393" name="Google Shape;393;p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7"/>
          <p:cNvSpPr txBox="1"/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6" name="Google Shape;396;p7"/>
          <p:cNvSpPr txBox="1"/>
          <p:nvPr>
            <p:ph idx="1" type="subTitle"/>
          </p:nvPr>
        </p:nvSpPr>
        <p:spPr>
          <a:xfrm>
            <a:off x="720000" y="1523700"/>
            <a:ext cx="4345800" cy="20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8"/>
          <p:cNvGrpSpPr/>
          <p:nvPr/>
        </p:nvGrpSpPr>
        <p:grpSpPr>
          <a:xfrm>
            <a:off x="139694" y="265596"/>
            <a:ext cx="1146819" cy="548812"/>
            <a:chOff x="126925" y="511427"/>
            <a:chExt cx="697154" cy="333625"/>
          </a:xfrm>
        </p:grpSpPr>
        <p:sp>
          <p:nvSpPr>
            <p:cNvPr id="399" name="Google Shape;399;p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8"/>
          <p:cNvGrpSpPr/>
          <p:nvPr/>
        </p:nvGrpSpPr>
        <p:grpSpPr>
          <a:xfrm>
            <a:off x="324933" y="2838416"/>
            <a:ext cx="297892" cy="415961"/>
            <a:chOff x="4872628" y="1304490"/>
            <a:chExt cx="180147" cy="251548"/>
          </a:xfrm>
        </p:grpSpPr>
        <p:sp>
          <p:nvSpPr>
            <p:cNvPr id="436" name="Google Shape;436;p8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8"/>
          <p:cNvGrpSpPr/>
          <p:nvPr/>
        </p:nvGrpSpPr>
        <p:grpSpPr>
          <a:xfrm>
            <a:off x="8386082" y="2879026"/>
            <a:ext cx="407031" cy="431553"/>
            <a:chOff x="5639106" y="643680"/>
            <a:chExt cx="246148" cy="260978"/>
          </a:xfrm>
        </p:grpSpPr>
        <p:sp>
          <p:nvSpPr>
            <p:cNvPr id="439" name="Google Shape;439;p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8"/>
          <p:cNvSpPr/>
          <p:nvPr/>
        </p:nvSpPr>
        <p:spPr>
          <a:xfrm>
            <a:off x="8737725" y="366940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8"/>
          <p:cNvGrpSpPr/>
          <p:nvPr/>
        </p:nvGrpSpPr>
        <p:grpSpPr>
          <a:xfrm>
            <a:off x="6167600" y="-850300"/>
            <a:ext cx="1999366" cy="1996853"/>
            <a:chOff x="1261508" y="230234"/>
            <a:chExt cx="842548" cy="841489"/>
          </a:xfrm>
        </p:grpSpPr>
        <p:sp>
          <p:nvSpPr>
            <p:cNvPr id="443" name="Google Shape;443;p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8"/>
          <p:cNvGrpSpPr/>
          <p:nvPr/>
        </p:nvGrpSpPr>
        <p:grpSpPr>
          <a:xfrm>
            <a:off x="1170087" y="4187425"/>
            <a:ext cx="1999366" cy="1996853"/>
            <a:chOff x="1261508" y="230234"/>
            <a:chExt cx="842548" cy="841489"/>
          </a:xfrm>
        </p:grpSpPr>
        <p:sp>
          <p:nvSpPr>
            <p:cNvPr id="449" name="Google Shape;449;p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>
            <a:off x="7850594" y="4328971"/>
            <a:ext cx="1146819" cy="548812"/>
            <a:chOff x="126925" y="511427"/>
            <a:chExt cx="697154" cy="333625"/>
          </a:xfrm>
        </p:grpSpPr>
        <p:sp>
          <p:nvSpPr>
            <p:cNvPr id="455" name="Google Shape;455;p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8"/>
          <p:cNvSpPr txBox="1"/>
          <p:nvPr>
            <p:ph type="title"/>
          </p:nvPr>
        </p:nvSpPr>
        <p:spPr>
          <a:xfrm>
            <a:off x="720100" y="1579853"/>
            <a:ext cx="7704000" cy="116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9"/>
          <p:cNvGrpSpPr/>
          <p:nvPr/>
        </p:nvGrpSpPr>
        <p:grpSpPr>
          <a:xfrm>
            <a:off x="3998644" y="302496"/>
            <a:ext cx="1146819" cy="548812"/>
            <a:chOff x="126925" y="511427"/>
            <a:chExt cx="697154" cy="333625"/>
          </a:xfrm>
        </p:grpSpPr>
        <p:sp>
          <p:nvSpPr>
            <p:cNvPr id="494" name="Google Shape;494;p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9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531" name="Google Shape;531;p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9"/>
          <p:cNvGrpSpPr/>
          <p:nvPr/>
        </p:nvGrpSpPr>
        <p:grpSpPr>
          <a:xfrm>
            <a:off x="3998644" y="4292196"/>
            <a:ext cx="1146819" cy="548812"/>
            <a:chOff x="126925" y="511427"/>
            <a:chExt cx="697154" cy="333625"/>
          </a:xfrm>
        </p:grpSpPr>
        <p:sp>
          <p:nvSpPr>
            <p:cNvPr id="537" name="Google Shape;537;p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9"/>
          <p:cNvGrpSpPr/>
          <p:nvPr/>
        </p:nvGrpSpPr>
        <p:grpSpPr>
          <a:xfrm>
            <a:off x="1215722" y="350431"/>
            <a:ext cx="287314" cy="379145"/>
            <a:chOff x="3216099" y="239444"/>
            <a:chExt cx="173751" cy="229285"/>
          </a:xfrm>
        </p:grpSpPr>
        <p:sp>
          <p:nvSpPr>
            <p:cNvPr id="574" name="Google Shape;574;p9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9"/>
          <p:cNvSpPr/>
          <p:nvPr/>
        </p:nvSpPr>
        <p:spPr>
          <a:xfrm>
            <a:off x="6076156" y="2419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9"/>
          <p:cNvGrpSpPr/>
          <p:nvPr/>
        </p:nvGrpSpPr>
        <p:grpSpPr>
          <a:xfrm>
            <a:off x="-954450" y="3818350"/>
            <a:ext cx="1999366" cy="1996853"/>
            <a:chOff x="1261508" y="230234"/>
            <a:chExt cx="842548" cy="841489"/>
          </a:xfrm>
        </p:grpSpPr>
        <p:sp>
          <p:nvSpPr>
            <p:cNvPr id="578" name="Google Shape;578;p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9"/>
          <p:cNvSpPr txBox="1"/>
          <p:nvPr>
            <p:ph type="title"/>
          </p:nvPr>
        </p:nvSpPr>
        <p:spPr>
          <a:xfrm>
            <a:off x="2270000" y="1376227"/>
            <a:ext cx="4604100" cy="12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4" name="Google Shape;584;p9"/>
          <p:cNvSpPr txBox="1"/>
          <p:nvPr>
            <p:ph idx="1" type="subTitle"/>
          </p:nvPr>
        </p:nvSpPr>
        <p:spPr>
          <a:xfrm>
            <a:off x="2269888" y="2674290"/>
            <a:ext cx="4604100" cy="602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"/>
          <p:cNvSpPr/>
          <p:nvPr>
            <p:ph idx="2" type="pic"/>
          </p:nvPr>
        </p:nvSpPr>
        <p:spPr>
          <a:xfrm>
            <a:off x="-7200" y="-7200"/>
            <a:ext cx="9151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10"/>
          <p:cNvSpPr txBox="1"/>
          <p:nvPr>
            <p:ph type="title"/>
          </p:nvPr>
        </p:nvSpPr>
        <p:spPr>
          <a:xfrm>
            <a:off x="720000" y="540000"/>
            <a:ext cx="7704000" cy="6753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11"/>
          <p:cNvGrpSpPr/>
          <p:nvPr/>
        </p:nvGrpSpPr>
        <p:grpSpPr>
          <a:xfrm>
            <a:off x="3998594" y="265596"/>
            <a:ext cx="1146819" cy="548812"/>
            <a:chOff x="126925" y="511427"/>
            <a:chExt cx="697154" cy="333625"/>
          </a:xfrm>
        </p:grpSpPr>
        <p:sp>
          <p:nvSpPr>
            <p:cNvPr id="590" name="Google Shape;590;p1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1"/>
          <p:cNvGrpSpPr/>
          <p:nvPr/>
        </p:nvGrpSpPr>
        <p:grpSpPr>
          <a:xfrm>
            <a:off x="209547" y="3610981"/>
            <a:ext cx="287314" cy="379145"/>
            <a:chOff x="3216099" y="239444"/>
            <a:chExt cx="173751" cy="229285"/>
          </a:xfrm>
        </p:grpSpPr>
        <p:sp>
          <p:nvSpPr>
            <p:cNvPr id="627" name="Google Shape;627;p1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1"/>
          <p:cNvGrpSpPr/>
          <p:nvPr/>
        </p:nvGrpSpPr>
        <p:grpSpPr>
          <a:xfrm>
            <a:off x="8144257" y="4556301"/>
            <a:ext cx="407031" cy="431553"/>
            <a:chOff x="5639106" y="643680"/>
            <a:chExt cx="246148" cy="260978"/>
          </a:xfrm>
        </p:grpSpPr>
        <p:sp>
          <p:nvSpPr>
            <p:cNvPr id="630" name="Google Shape;630;p1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1"/>
          <p:cNvSpPr/>
          <p:nvPr/>
        </p:nvSpPr>
        <p:spPr>
          <a:xfrm>
            <a:off x="8468984" y="23902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1"/>
          <p:cNvSpPr/>
          <p:nvPr/>
        </p:nvSpPr>
        <p:spPr>
          <a:xfrm>
            <a:off x="8468956" y="4312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11"/>
          <p:cNvGrpSpPr/>
          <p:nvPr/>
        </p:nvGrpSpPr>
        <p:grpSpPr>
          <a:xfrm>
            <a:off x="7971100" y="325600"/>
            <a:ext cx="1999366" cy="1996853"/>
            <a:chOff x="1261508" y="230234"/>
            <a:chExt cx="842548" cy="841489"/>
          </a:xfrm>
        </p:grpSpPr>
        <p:sp>
          <p:nvSpPr>
            <p:cNvPr id="635" name="Google Shape;635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0" name="Google Shape;640;p11"/>
          <p:cNvGrpSpPr/>
          <p:nvPr/>
        </p:nvGrpSpPr>
        <p:grpSpPr>
          <a:xfrm>
            <a:off x="1913150" y="4184725"/>
            <a:ext cx="1999366" cy="1996853"/>
            <a:chOff x="1261508" y="230234"/>
            <a:chExt cx="842548" cy="841489"/>
          </a:xfrm>
        </p:grpSpPr>
        <p:sp>
          <p:nvSpPr>
            <p:cNvPr id="641" name="Google Shape;641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6" name="Google Shape;646;p11"/>
          <p:cNvGrpSpPr/>
          <p:nvPr/>
        </p:nvGrpSpPr>
        <p:grpSpPr>
          <a:xfrm>
            <a:off x="7378499" y="212399"/>
            <a:ext cx="361414" cy="377330"/>
            <a:chOff x="5666693" y="676471"/>
            <a:chExt cx="218562" cy="228187"/>
          </a:xfrm>
        </p:grpSpPr>
        <p:sp>
          <p:nvSpPr>
            <p:cNvPr id="647" name="Google Shape;647;p11"/>
            <p:cNvSpPr/>
            <p:nvPr/>
          </p:nvSpPr>
          <p:spPr>
            <a:xfrm>
              <a:off x="5666693" y="676471"/>
              <a:ext cx="114225" cy="135792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9" name="Google Shape;649;p11"/>
          <p:cNvGrpSpPr/>
          <p:nvPr/>
        </p:nvGrpSpPr>
        <p:grpSpPr>
          <a:xfrm>
            <a:off x="-1214150" y="1232250"/>
            <a:ext cx="1999366" cy="1996853"/>
            <a:chOff x="1261508" y="230234"/>
            <a:chExt cx="842548" cy="841489"/>
          </a:xfrm>
        </p:grpSpPr>
        <p:sp>
          <p:nvSpPr>
            <p:cNvPr id="650" name="Google Shape;650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5" name="Google Shape;655;p11"/>
          <p:cNvGrpSpPr/>
          <p:nvPr/>
        </p:nvGrpSpPr>
        <p:grpSpPr>
          <a:xfrm>
            <a:off x="1551724" y="325599"/>
            <a:ext cx="361414" cy="377330"/>
            <a:chOff x="5666693" y="676471"/>
            <a:chExt cx="218562" cy="228187"/>
          </a:xfrm>
        </p:grpSpPr>
        <p:sp>
          <p:nvSpPr>
            <p:cNvPr id="656" name="Google Shape;656;p11"/>
            <p:cNvSpPr/>
            <p:nvPr/>
          </p:nvSpPr>
          <p:spPr>
            <a:xfrm>
              <a:off x="5666693" y="676471"/>
              <a:ext cx="114225" cy="135792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11"/>
          <p:cNvSpPr txBox="1"/>
          <p:nvPr>
            <p:ph hasCustomPrompt="1" type="title"/>
          </p:nvPr>
        </p:nvSpPr>
        <p:spPr>
          <a:xfrm>
            <a:off x="1551725" y="1233075"/>
            <a:ext cx="6040500" cy="11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9" name="Google Shape;659;p11"/>
          <p:cNvSpPr txBox="1"/>
          <p:nvPr>
            <p:ph idx="1" type="subTitle"/>
          </p:nvPr>
        </p:nvSpPr>
        <p:spPr>
          <a:xfrm>
            <a:off x="1551725" y="2475103"/>
            <a:ext cx="60405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13"/>
          <p:cNvGrpSpPr/>
          <p:nvPr/>
        </p:nvGrpSpPr>
        <p:grpSpPr>
          <a:xfrm>
            <a:off x="333644" y="265596"/>
            <a:ext cx="1146819" cy="548812"/>
            <a:chOff x="126925" y="511427"/>
            <a:chExt cx="697154" cy="333625"/>
          </a:xfrm>
        </p:grpSpPr>
        <p:sp>
          <p:nvSpPr>
            <p:cNvPr id="663" name="Google Shape;663;p1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9" name="Google Shape;699;p13"/>
          <p:cNvGrpSpPr/>
          <p:nvPr/>
        </p:nvGrpSpPr>
        <p:grpSpPr>
          <a:xfrm>
            <a:off x="7277194" y="4328971"/>
            <a:ext cx="1146819" cy="548812"/>
            <a:chOff x="126925" y="511427"/>
            <a:chExt cx="697154" cy="333625"/>
          </a:xfrm>
        </p:grpSpPr>
        <p:sp>
          <p:nvSpPr>
            <p:cNvPr id="700" name="Google Shape;700;p1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3"/>
          <p:cNvGrpSpPr/>
          <p:nvPr/>
        </p:nvGrpSpPr>
        <p:grpSpPr>
          <a:xfrm>
            <a:off x="8231487" y="1573325"/>
            <a:ext cx="1999366" cy="1996853"/>
            <a:chOff x="1261508" y="230234"/>
            <a:chExt cx="842548" cy="841489"/>
          </a:xfrm>
        </p:grpSpPr>
        <p:sp>
          <p:nvSpPr>
            <p:cNvPr id="737" name="Google Shape;737;p1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2" name="Google Shape;742;p13"/>
          <p:cNvGrpSpPr/>
          <p:nvPr/>
        </p:nvGrpSpPr>
        <p:grpSpPr>
          <a:xfrm>
            <a:off x="-1086863" y="1573325"/>
            <a:ext cx="1999366" cy="1996853"/>
            <a:chOff x="1261508" y="230234"/>
            <a:chExt cx="842548" cy="841489"/>
          </a:xfrm>
        </p:grpSpPr>
        <p:sp>
          <p:nvSpPr>
            <p:cNvPr id="743" name="Google Shape;743;p1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8" name="Google Shape;748;p13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9" name="Google Shape;749;p13"/>
          <p:cNvSpPr txBox="1"/>
          <p:nvPr>
            <p:ph idx="1" type="subTitle"/>
          </p:nvPr>
        </p:nvSpPr>
        <p:spPr>
          <a:xfrm>
            <a:off x="2154913" y="2354665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0" name="Google Shape;750;p13"/>
          <p:cNvSpPr txBox="1"/>
          <p:nvPr>
            <p:ph hasCustomPrompt="1" idx="2" type="title"/>
          </p:nvPr>
        </p:nvSpPr>
        <p:spPr>
          <a:xfrm>
            <a:off x="2783884" y="1399475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1" name="Google Shape;751;p13"/>
          <p:cNvSpPr txBox="1"/>
          <p:nvPr>
            <p:ph idx="3" type="subTitle"/>
          </p:nvPr>
        </p:nvSpPr>
        <p:spPr>
          <a:xfrm>
            <a:off x="4844798" y="2354674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2" name="Google Shape;752;p13"/>
          <p:cNvSpPr txBox="1"/>
          <p:nvPr>
            <p:ph hasCustomPrompt="1" idx="4" type="title"/>
          </p:nvPr>
        </p:nvSpPr>
        <p:spPr>
          <a:xfrm>
            <a:off x="5473725" y="1399425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3" name="Google Shape;753;p13"/>
          <p:cNvSpPr txBox="1"/>
          <p:nvPr>
            <p:ph idx="5" type="subTitle"/>
          </p:nvPr>
        </p:nvSpPr>
        <p:spPr>
          <a:xfrm>
            <a:off x="2154913" y="4037099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4" name="Google Shape;754;p13"/>
          <p:cNvSpPr txBox="1"/>
          <p:nvPr>
            <p:ph hasCustomPrompt="1" idx="6" type="title"/>
          </p:nvPr>
        </p:nvSpPr>
        <p:spPr>
          <a:xfrm>
            <a:off x="2783874" y="3081877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5" name="Google Shape;755;p13"/>
          <p:cNvSpPr txBox="1"/>
          <p:nvPr>
            <p:ph idx="7" type="subTitle"/>
          </p:nvPr>
        </p:nvSpPr>
        <p:spPr>
          <a:xfrm>
            <a:off x="4844775" y="4037101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6" name="Google Shape;756;p13"/>
          <p:cNvSpPr txBox="1"/>
          <p:nvPr>
            <p:ph hasCustomPrompt="1" idx="8" type="title"/>
          </p:nvPr>
        </p:nvSpPr>
        <p:spPr>
          <a:xfrm>
            <a:off x="5473725" y="3081899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7" name="Google Shape;757;p13"/>
          <p:cNvSpPr txBox="1"/>
          <p:nvPr>
            <p:ph idx="9" type="subTitle"/>
          </p:nvPr>
        </p:nvSpPr>
        <p:spPr>
          <a:xfrm>
            <a:off x="2154925" y="1991375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13"/>
          <p:cNvSpPr txBox="1"/>
          <p:nvPr>
            <p:ph idx="13" type="subTitle"/>
          </p:nvPr>
        </p:nvSpPr>
        <p:spPr>
          <a:xfrm>
            <a:off x="4844752" y="1991375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13"/>
          <p:cNvSpPr txBox="1"/>
          <p:nvPr>
            <p:ph idx="14" type="subTitle"/>
          </p:nvPr>
        </p:nvSpPr>
        <p:spPr>
          <a:xfrm>
            <a:off x="2155050" y="3673800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13"/>
          <p:cNvSpPr txBox="1"/>
          <p:nvPr>
            <p:ph idx="15" type="subTitle"/>
          </p:nvPr>
        </p:nvSpPr>
        <p:spPr>
          <a:xfrm>
            <a:off x="4844877" y="3673800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oogle Shape;762;p14"/>
          <p:cNvGrpSpPr/>
          <p:nvPr/>
        </p:nvGrpSpPr>
        <p:grpSpPr>
          <a:xfrm>
            <a:off x="139694" y="157396"/>
            <a:ext cx="1146819" cy="548812"/>
            <a:chOff x="126925" y="511427"/>
            <a:chExt cx="697154" cy="333625"/>
          </a:xfrm>
        </p:grpSpPr>
        <p:sp>
          <p:nvSpPr>
            <p:cNvPr id="763" name="Google Shape;763;p1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14"/>
          <p:cNvGrpSpPr/>
          <p:nvPr/>
        </p:nvGrpSpPr>
        <p:grpSpPr>
          <a:xfrm>
            <a:off x="6925633" y="4490391"/>
            <a:ext cx="297892" cy="415961"/>
            <a:chOff x="4872628" y="1304490"/>
            <a:chExt cx="180147" cy="251548"/>
          </a:xfrm>
        </p:grpSpPr>
        <p:sp>
          <p:nvSpPr>
            <p:cNvPr id="800" name="Google Shape;800;p14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4"/>
          <p:cNvGrpSpPr/>
          <p:nvPr/>
        </p:nvGrpSpPr>
        <p:grpSpPr>
          <a:xfrm>
            <a:off x="139700" y="1024751"/>
            <a:ext cx="271652" cy="377428"/>
            <a:chOff x="6473622" y="258634"/>
            <a:chExt cx="164279" cy="228246"/>
          </a:xfrm>
        </p:grpSpPr>
        <p:sp>
          <p:nvSpPr>
            <p:cNvPr id="803" name="Google Shape;803;p14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14"/>
          <p:cNvGrpSpPr/>
          <p:nvPr/>
        </p:nvGrpSpPr>
        <p:grpSpPr>
          <a:xfrm>
            <a:off x="6366207" y="382851"/>
            <a:ext cx="407031" cy="431553"/>
            <a:chOff x="5639106" y="643680"/>
            <a:chExt cx="246148" cy="260978"/>
          </a:xfrm>
        </p:grpSpPr>
        <p:sp>
          <p:nvSpPr>
            <p:cNvPr id="806" name="Google Shape;806;p14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p14"/>
          <p:cNvSpPr/>
          <p:nvPr/>
        </p:nvSpPr>
        <p:spPr>
          <a:xfrm>
            <a:off x="8629525" y="1570175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14"/>
          <p:cNvGrpSpPr/>
          <p:nvPr/>
        </p:nvGrpSpPr>
        <p:grpSpPr>
          <a:xfrm>
            <a:off x="7062125" y="-972100"/>
            <a:ext cx="1999366" cy="1996853"/>
            <a:chOff x="1261508" y="230234"/>
            <a:chExt cx="842548" cy="841489"/>
          </a:xfrm>
        </p:grpSpPr>
        <p:sp>
          <p:nvSpPr>
            <p:cNvPr id="810" name="Google Shape;810;p1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5" name="Google Shape;815;p14"/>
          <p:cNvGrpSpPr/>
          <p:nvPr/>
        </p:nvGrpSpPr>
        <p:grpSpPr>
          <a:xfrm>
            <a:off x="4733712" y="4220250"/>
            <a:ext cx="1999366" cy="1996853"/>
            <a:chOff x="1261508" y="230234"/>
            <a:chExt cx="842548" cy="841489"/>
          </a:xfrm>
        </p:grpSpPr>
        <p:sp>
          <p:nvSpPr>
            <p:cNvPr id="816" name="Google Shape;816;p1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4"/>
          <p:cNvGrpSpPr/>
          <p:nvPr/>
        </p:nvGrpSpPr>
        <p:grpSpPr>
          <a:xfrm rot="5400000">
            <a:off x="7850594" y="4165171"/>
            <a:ext cx="1146819" cy="548812"/>
            <a:chOff x="126925" y="511427"/>
            <a:chExt cx="697154" cy="333625"/>
          </a:xfrm>
        </p:grpSpPr>
        <p:sp>
          <p:nvSpPr>
            <p:cNvPr id="822" name="Google Shape;822;p1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8" name="Google Shape;858;p14"/>
          <p:cNvSpPr txBox="1"/>
          <p:nvPr>
            <p:ph type="title"/>
          </p:nvPr>
        </p:nvSpPr>
        <p:spPr>
          <a:xfrm>
            <a:off x="720000" y="3479894"/>
            <a:ext cx="4150800" cy="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9" name="Google Shape;859;p14"/>
          <p:cNvSpPr txBox="1"/>
          <p:nvPr>
            <p:ph idx="1" type="subTitle"/>
          </p:nvPr>
        </p:nvSpPr>
        <p:spPr>
          <a:xfrm>
            <a:off x="720000" y="1024750"/>
            <a:ext cx="4150800" cy="24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5_2_1_1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861;p15"/>
          <p:cNvGrpSpPr/>
          <p:nvPr/>
        </p:nvGrpSpPr>
        <p:grpSpPr>
          <a:xfrm>
            <a:off x="1156844" y="4457046"/>
            <a:ext cx="1146819" cy="548812"/>
            <a:chOff x="126925" y="511427"/>
            <a:chExt cx="697154" cy="333625"/>
          </a:xfrm>
        </p:grpSpPr>
        <p:sp>
          <p:nvSpPr>
            <p:cNvPr id="862" name="Google Shape;862;p1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15"/>
          <p:cNvGrpSpPr/>
          <p:nvPr/>
        </p:nvGrpSpPr>
        <p:grpSpPr>
          <a:xfrm>
            <a:off x="1537075" y="-844375"/>
            <a:ext cx="1999366" cy="1996853"/>
            <a:chOff x="1261508" y="230234"/>
            <a:chExt cx="842548" cy="841489"/>
          </a:xfrm>
        </p:grpSpPr>
        <p:sp>
          <p:nvSpPr>
            <p:cNvPr id="899" name="Google Shape;899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4" name="Google Shape;904;p15"/>
          <p:cNvGrpSpPr/>
          <p:nvPr/>
        </p:nvGrpSpPr>
        <p:grpSpPr>
          <a:xfrm>
            <a:off x="6623900" y="4069175"/>
            <a:ext cx="1999366" cy="1996853"/>
            <a:chOff x="1261508" y="230234"/>
            <a:chExt cx="842548" cy="841489"/>
          </a:xfrm>
        </p:grpSpPr>
        <p:sp>
          <p:nvSpPr>
            <p:cNvPr id="905" name="Google Shape;905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15"/>
          <p:cNvGrpSpPr/>
          <p:nvPr/>
        </p:nvGrpSpPr>
        <p:grpSpPr>
          <a:xfrm>
            <a:off x="394897" y="62731"/>
            <a:ext cx="287314" cy="379145"/>
            <a:chOff x="3216099" y="239444"/>
            <a:chExt cx="173751" cy="229285"/>
          </a:xfrm>
        </p:grpSpPr>
        <p:sp>
          <p:nvSpPr>
            <p:cNvPr id="911" name="Google Shape;911;p1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15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914" name="Google Shape;914;p1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6" name="Google Shape;916;p15"/>
          <p:cNvGrpSpPr/>
          <p:nvPr/>
        </p:nvGrpSpPr>
        <p:grpSpPr>
          <a:xfrm>
            <a:off x="8817997" y="589000"/>
            <a:ext cx="255228" cy="341001"/>
            <a:chOff x="3216099" y="262511"/>
            <a:chExt cx="154347" cy="206217"/>
          </a:xfrm>
        </p:grpSpPr>
        <p:sp>
          <p:nvSpPr>
            <p:cNvPr id="917" name="Google Shape;917;p15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9" name="Google Shape;919;p15"/>
          <p:cNvSpPr/>
          <p:nvPr/>
        </p:nvSpPr>
        <p:spPr>
          <a:xfrm>
            <a:off x="80552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0" name="Google Shape;920;p15"/>
          <p:cNvGrpSpPr/>
          <p:nvPr/>
        </p:nvGrpSpPr>
        <p:grpSpPr>
          <a:xfrm>
            <a:off x="-1401825" y="2072325"/>
            <a:ext cx="1999366" cy="1996853"/>
            <a:chOff x="1261508" y="230234"/>
            <a:chExt cx="842548" cy="841489"/>
          </a:xfrm>
        </p:grpSpPr>
        <p:sp>
          <p:nvSpPr>
            <p:cNvPr id="921" name="Google Shape;921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6" name="Google Shape;926;p15"/>
          <p:cNvSpPr txBox="1"/>
          <p:nvPr>
            <p:ph type="title"/>
          </p:nvPr>
        </p:nvSpPr>
        <p:spPr>
          <a:xfrm>
            <a:off x="5381550" y="2181150"/>
            <a:ext cx="3042300" cy="77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7" name="Google Shape;927;p15"/>
          <p:cNvSpPr txBox="1"/>
          <p:nvPr>
            <p:ph hasCustomPrompt="1" idx="2" type="title"/>
          </p:nvPr>
        </p:nvSpPr>
        <p:spPr>
          <a:xfrm>
            <a:off x="7174500" y="1216038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28" name="Google Shape;928;p15"/>
          <p:cNvSpPr txBox="1"/>
          <p:nvPr>
            <p:ph idx="1" type="subTitle"/>
          </p:nvPr>
        </p:nvSpPr>
        <p:spPr>
          <a:xfrm>
            <a:off x="5381550" y="3040650"/>
            <a:ext cx="30423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5_2_1_1_1_2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Google Shape;930;p16"/>
          <p:cNvGrpSpPr/>
          <p:nvPr/>
        </p:nvGrpSpPr>
        <p:grpSpPr>
          <a:xfrm flipH="1">
            <a:off x="6705597" y="265596"/>
            <a:ext cx="1146819" cy="548812"/>
            <a:chOff x="126925" y="511427"/>
            <a:chExt cx="697154" cy="333625"/>
          </a:xfrm>
        </p:grpSpPr>
        <p:sp>
          <p:nvSpPr>
            <p:cNvPr id="931" name="Google Shape;931;p1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6"/>
          <p:cNvSpPr/>
          <p:nvPr/>
        </p:nvSpPr>
        <p:spPr>
          <a:xfrm flipH="1">
            <a:off x="589884" y="2480738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8" name="Google Shape;968;p16"/>
          <p:cNvGrpSpPr/>
          <p:nvPr/>
        </p:nvGrpSpPr>
        <p:grpSpPr>
          <a:xfrm flipH="1">
            <a:off x="310606" y="-799800"/>
            <a:ext cx="1999366" cy="1996853"/>
            <a:chOff x="1261508" y="230234"/>
            <a:chExt cx="842548" cy="841489"/>
          </a:xfrm>
        </p:grpSpPr>
        <p:sp>
          <p:nvSpPr>
            <p:cNvPr id="969" name="Google Shape;969;p1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16"/>
          <p:cNvGrpSpPr/>
          <p:nvPr/>
        </p:nvGrpSpPr>
        <p:grpSpPr>
          <a:xfrm flipH="1">
            <a:off x="6834019" y="4033225"/>
            <a:ext cx="1999366" cy="1996853"/>
            <a:chOff x="1261508" y="230234"/>
            <a:chExt cx="842548" cy="841489"/>
          </a:xfrm>
        </p:grpSpPr>
        <p:sp>
          <p:nvSpPr>
            <p:cNvPr id="975" name="Google Shape;975;p1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16"/>
          <p:cNvGrpSpPr/>
          <p:nvPr/>
        </p:nvGrpSpPr>
        <p:grpSpPr>
          <a:xfrm flipH="1">
            <a:off x="1291622" y="4328971"/>
            <a:ext cx="1146819" cy="548812"/>
            <a:chOff x="126925" y="511427"/>
            <a:chExt cx="697154" cy="333625"/>
          </a:xfrm>
        </p:grpSpPr>
        <p:sp>
          <p:nvSpPr>
            <p:cNvPr id="981" name="Google Shape;981;p1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7" name="Google Shape;1017;p16"/>
          <p:cNvSpPr txBox="1"/>
          <p:nvPr>
            <p:ph type="title"/>
          </p:nvPr>
        </p:nvSpPr>
        <p:spPr>
          <a:xfrm>
            <a:off x="2787750" y="1740175"/>
            <a:ext cx="35685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8" name="Google Shape;1018;p16"/>
          <p:cNvSpPr txBox="1"/>
          <p:nvPr>
            <p:ph hasCustomPrompt="1" idx="2" type="title"/>
          </p:nvPr>
        </p:nvSpPr>
        <p:spPr>
          <a:xfrm>
            <a:off x="3947250" y="846375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19" name="Google Shape;1019;p16"/>
          <p:cNvSpPr txBox="1"/>
          <p:nvPr>
            <p:ph idx="1" type="subTitle"/>
          </p:nvPr>
        </p:nvSpPr>
        <p:spPr>
          <a:xfrm>
            <a:off x="2262625" y="2649325"/>
            <a:ext cx="46188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2" name="Google Shape;1022;p17"/>
          <p:cNvGrpSpPr/>
          <p:nvPr/>
        </p:nvGrpSpPr>
        <p:grpSpPr>
          <a:xfrm>
            <a:off x="139694" y="4422196"/>
            <a:ext cx="1146819" cy="548812"/>
            <a:chOff x="126925" y="511427"/>
            <a:chExt cx="697154" cy="333625"/>
          </a:xfrm>
        </p:grpSpPr>
        <p:sp>
          <p:nvSpPr>
            <p:cNvPr id="1023" name="Google Shape;1023;p17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7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7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7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7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7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7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7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17"/>
          <p:cNvGrpSpPr/>
          <p:nvPr/>
        </p:nvGrpSpPr>
        <p:grpSpPr>
          <a:xfrm>
            <a:off x="8680372" y="303481"/>
            <a:ext cx="287314" cy="379145"/>
            <a:chOff x="3216099" y="239444"/>
            <a:chExt cx="173751" cy="229285"/>
          </a:xfrm>
        </p:grpSpPr>
        <p:sp>
          <p:nvSpPr>
            <p:cNvPr id="1060" name="Google Shape;1060;p1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2" name="Google Shape;1062;p17"/>
          <p:cNvGrpSpPr/>
          <p:nvPr/>
        </p:nvGrpSpPr>
        <p:grpSpPr>
          <a:xfrm>
            <a:off x="139707" y="3777576"/>
            <a:ext cx="407031" cy="431553"/>
            <a:chOff x="5639106" y="643680"/>
            <a:chExt cx="246148" cy="260978"/>
          </a:xfrm>
        </p:grpSpPr>
        <p:sp>
          <p:nvSpPr>
            <p:cNvPr id="1063" name="Google Shape;1063;p17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5" name="Google Shape;1065;p17"/>
          <p:cNvSpPr/>
          <p:nvPr/>
        </p:nvSpPr>
        <p:spPr>
          <a:xfrm>
            <a:off x="8603572" y="2664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7"/>
          <p:cNvSpPr/>
          <p:nvPr/>
        </p:nvSpPr>
        <p:spPr>
          <a:xfrm>
            <a:off x="457206" y="36566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7" name="Google Shape;1067;p17"/>
          <p:cNvGrpSpPr/>
          <p:nvPr/>
        </p:nvGrpSpPr>
        <p:grpSpPr>
          <a:xfrm>
            <a:off x="-824125" y="-826575"/>
            <a:ext cx="1999366" cy="1996853"/>
            <a:chOff x="1261508" y="230234"/>
            <a:chExt cx="842548" cy="841489"/>
          </a:xfrm>
        </p:grpSpPr>
        <p:sp>
          <p:nvSpPr>
            <p:cNvPr id="1068" name="Google Shape;1068;p1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17"/>
          <p:cNvGrpSpPr/>
          <p:nvPr/>
        </p:nvGrpSpPr>
        <p:grpSpPr>
          <a:xfrm>
            <a:off x="7906162" y="4128100"/>
            <a:ext cx="1999366" cy="1996853"/>
            <a:chOff x="1261508" y="230234"/>
            <a:chExt cx="842548" cy="841489"/>
          </a:xfrm>
        </p:grpSpPr>
        <p:sp>
          <p:nvSpPr>
            <p:cNvPr id="1074" name="Google Shape;1074;p1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81" name="Google Shape;1081;p18"/>
          <p:cNvGrpSpPr/>
          <p:nvPr/>
        </p:nvGrpSpPr>
        <p:grpSpPr>
          <a:xfrm>
            <a:off x="139694" y="134546"/>
            <a:ext cx="1146819" cy="548812"/>
            <a:chOff x="126925" y="511427"/>
            <a:chExt cx="697154" cy="333625"/>
          </a:xfrm>
        </p:grpSpPr>
        <p:sp>
          <p:nvSpPr>
            <p:cNvPr id="1082" name="Google Shape;1082;p1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18"/>
          <p:cNvGrpSpPr/>
          <p:nvPr/>
        </p:nvGrpSpPr>
        <p:grpSpPr>
          <a:xfrm>
            <a:off x="225072" y="1407656"/>
            <a:ext cx="287314" cy="379145"/>
            <a:chOff x="3216099" y="239444"/>
            <a:chExt cx="173751" cy="229285"/>
          </a:xfrm>
        </p:grpSpPr>
        <p:sp>
          <p:nvSpPr>
            <p:cNvPr id="1119" name="Google Shape;1119;p18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1" name="Google Shape;1121;p18"/>
          <p:cNvGrpSpPr/>
          <p:nvPr/>
        </p:nvGrpSpPr>
        <p:grpSpPr>
          <a:xfrm>
            <a:off x="8591382" y="4303426"/>
            <a:ext cx="407031" cy="431553"/>
            <a:chOff x="5639106" y="643680"/>
            <a:chExt cx="246148" cy="260978"/>
          </a:xfrm>
        </p:grpSpPr>
        <p:sp>
          <p:nvSpPr>
            <p:cNvPr id="1122" name="Google Shape;1122;p1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4" name="Google Shape;1124;p18"/>
          <p:cNvSpPr/>
          <p:nvPr/>
        </p:nvSpPr>
        <p:spPr>
          <a:xfrm>
            <a:off x="347547" y="17868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8"/>
          <p:cNvSpPr/>
          <p:nvPr/>
        </p:nvSpPr>
        <p:spPr>
          <a:xfrm>
            <a:off x="8800793" y="4121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6" name="Google Shape;1126;p18"/>
          <p:cNvGrpSpPr/>
          <p:nvPr/>
        </p:nvGrpSpPr>
        <p:grpSpPr>
          <a:xfrm>
            <a:off x="7862937" y="-979250"/>
            <a:ext cx="1999366" cy="1996853"/>
            <a:chOff x="1261508" y="230234"/>
            <a:chExt cx="842548" cy="841489"/>
          </a:xfrm>
        </p:grpSpPr>
        <p:sp>
          <p:nvSpPr>
            <p:cNvPr id="1127" name="Google Shape;1127;p1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8"/>
          <p:cNvGrpSpPr/>
          <p:nvPr/>
        </p:nvGrpSpPr>
        <p:grpSpPr>
          <a:xfrm>
            <a:off x="3572325" y="4639550"/>
            <a:ext cx="1999366" cy="1996853"/>
            <a:chOff x="1261508" y="230234"/>
            <a:chExt cx="842548" cy="841489"/>
          </a:xfrm>
        </p:grpSpPr>
        <p:sp>
          <p:nvSpPr>
            <p:cNvPr id="1133" name="Google Shape;1133;p1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8" name="Google Shape;1138;p18"/>
          <p:cNvSpPr/>
          <p:nvPr/>
        </p:nvSpPr>
        <p:spPr>
          <a:xfrm>
            <a:off x="7482493" y="1953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9" name="Google Shape;1139;p18"/>
          <p:cNvGrpSpPr/>
          <p:nvPr/>
        </p:nvGrpSpPr>
        <p:grpSpPr>
          <a:xfrm>
            <a:off x="265347" y="4541306"/>
            <a:ext cx="287314" cy="379145"/>
            <a:chOff x="3216099" y="239444"/>
            <a:chExt cx="173751" cy="229285"/>
          </a:xfrm>
        </p:grpSpPr>
        <p:sp>
          <p:nvSpPr>
            <p:cNvPr id="1140" name="Google Shape;1140;p18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44" name="Google Shape;1144;p19"/>
          <p:cNvGrpSpPr/>
          <p:nvPr/>
        </p:nvGrpSpPr>
        <p:grpSpPr>
          <a:xfrm>
            <a:off x="3998594" y="4603371"/>
            <a:ext cx="1146819" cy="548812"/>
            <a:chOff x="126925" y="511427"/>
            <a:chExt cx="697154" cy="333625"/>
          </a:xfrm>
        </p:grpSpPr>
        <p:sp>
          <p:nvSpPr>
            <p:cNvPr id="1145" name="Google Shape;1145;p1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1" name="Google Shape;1181;p19"/>
          <p:cNvGrpSpPr/>
          <p:nvPr/>
        </p:nvGrpSpPr>
        <p:grpSpPr>
          <a:xfrm>
            <a:off x="246697" y="3664956"/>
            <a:ext cx="287314" cy="379145"/>
            <a:chOff x="3216099" y="239444"/>
            <a:chExt cx="173751" cy="229285"/>
          </a:xfrm>
        </p:grpSpPr>
        <p:sp>
          <p:nvSpPr>
            <p:cNvPr id="1182" name="Google Shape;1182;p19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4" name="Google Shape;1184;p19"/>
          <p:cNvGrpSpPr/>
          <p:nvPr/>
        </p:nvGrpSpPr>
        <p:grpSpPr>
          <a:xfrm>
            <a:off x="8517407" y="4662001"/>
            <a:ext cx="407031" cy="431553"/>
            <a:chOff x="5639106" y="643680"/>
            <a:chExt cx="246148" cy="260978"/>
          </a:xfrm>
        </p:grpSpPr>
        <p:sp>
          <p:nvSpPr>
            <p:cNvPr id="1185" name="Google Shape;1185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7" name="Google Shape;1187;p19"/>
          <p:cNvSpPr/>
          <p:nvPr/>
        </p:nvSpPr>
        <p:spPr>
          <a:xfrm>
            <a:off x="533997" y="2282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19"/>
          <p:cNvSpPr/>
          <p:nvPr/>
        </p:nvSpPr>
        <p:spPr>
          <a:xfrm>
            <a:off x="8800806" y="44213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9" name="Google Shape;1189;p19"/>
          <p:cNvGrpSpPr/>
          <p:nvPr/>
        </p:nvGrpSpPr>
        <p:grpSpPr>
          <a:xfrm>
            <a:off x="8072550" y="-1051800"/>
            <a:ext cx="1999366" cy="1996853"/>
            <a:chOff x="1261508" y="230234"/>
            <a:chExt cx="842548" cy="841489"/>
          </a:xfrm>
        </p:grpSpPr>
        <p:sp>
          <p:nvSpPr>
            <p:cNvPr id="1190" name="Google Shape;1190;p1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5" name="Google Shape;1195;p19"/>
          <p:cNvGrpSpPr/>
          <p:nvPr/>
        </p:nvGrpSpPr>
        <p:grpSpPr>
          <a:xfrm>
            <a:off x="-781550" y="4337025"/>
            <a:ext cx="1999366" cy="1996853"/>
            <a:chOff x="1261508" y="230234"/>
            <a:chExt cx="842548" cy="841489"/>
          </a:xfrm>
        </p:grpSpPr>
        <p:sp>
          <p:nvSpPr>
            <p:cNvPr id="1196" name="Google Shape;1196;p1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1" name="Google Shape;1201;p19"/>
          <p:cNvGrpSpPr/>
          <p:nvPr/>
        </p:nvGrpSpPr>
        <p:grpSpPr>
          <a:xfrm>
            <a:off x="186832" y="289301"/>
            <a:ext cx="407031" cy="431553"/>
            <a:chOff x="5639106" y="643680"/>
            <a:chExt cx="246148" cy="260978"/>
          </a:xfrm>
        </p:grpSpPr>
        <p:sp>
          <p:nvSpPr>
            <p:cNvPr id="1202" name="Google Shape;1202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4" name="Google Shape;1204;p19"/>
          <p:cNvGrpSpPr/>
          <p:nvPr/>
        </p:nvGrpSpPr>
        <p:grpSpPr>
          <a:xfrm>
            <a:off x="8644357" y="1017601"/>
            <a:ext cx="280103" cy="642303"/>
            <a:chOff x="5639106" y="643680"/>
            <a:chExt cx="169390" cy="388427"/>
          </a:xfrm>
        </p:grpSpPr>
        <p:sp>
          <p:nvSpPr>
            <p:cNvPr id="1205" name="Google Shape;1205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5733964" y="923362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09" name="Google Shape;1209;p20"/>
          <p:cNvGrpSpPr/>
          <p:nvPr/>
        </p:nvGrpSpPr>
        <p:grpSpPr>
          <a:xfrm>
            <a:off x="139694" y="123458"/>
            <a:ext cx="1146819" cy="548812"/>
            <a:chOff x="126925" y="511427"/>
            <a:chExt cx="697154" cy="333625"/>
          </a:xfrm>
        </p:grpSpPr>
        <p:sp>
          <p:nvSpPr>
            <p:cNvPr id="1210" name="Google Shape;1210;p2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6" name="Google Shape;1246;p20"/>
          <p:cNvGrpSpPr/>
          <p:nvPr/>
        </p:nvGrpSpPr>
        <p:grpSpPr>
          <a:xfrm>
            <a:off x="7580147" y="4764356"/>
            <a:ext cx="287314" cy="379145"/>
            <a:chOff x="3216099" y="239444"/>
            <a:chExt cx="173751" cy="229285"/>
          </a:xfrm>
        </p:grpSpPr>
        <p:sp>
          <p:nvSpPr>
            <p:cNvPr id="1247" name="Google Shape;1247;p20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9" name="Google Shape;1249;p20"/>
          <p:cNvGrpSpPr/>
          <p:nvPr/>
        </p:nvGrpSpPr>
        <p:grpSpPr>
          <a:xfrm>
            <a:off x="8561107" y="1364301"/>
            <a:ext cx="407031" cy="431553"/>
            <a:chOff x="5639106" y="643680"/>
            <a:chExt cx="246148" cy="260978"/>
          </a:xfrm>
        </p:grpSpPr>
        <p:sp>
          <p:nvSpPr>
            <p:cNvPr id="1250" name="Google Shape;1250;p2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2" name="Google Shape;1252;p20"/>
          <p:cNvSpPr/>
          <p:nvPr/>
        </p:nvSpPr>
        <p:spPr>
          <a:xfrm>
            <a:off x="2194172" y="1993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0"/>
          <p:cNvSpPr/>
          <p:nvPr/>
        </p:nvSpPr>
        <p:spPr>
          <a:xfrm>
            <a:off x="8878606" y="13298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4" name="Google Shape;1254;p20"/>
          <p:cNvGrpSpPr/>
          <p:nvPr/>
        </p:nvGrpSpPr>
        <p:grpSpPr>
          <a:xfrm>
            <a:off x="6384137" y="-1491225"/>
            <a:ext cx="1999366" cy="1996853"/>
            <a:chOff x="1261508" y="230234"/>
            <a:chExt cx="842548" cy="841489"/>
          </a:xfrm>
        </p:grpSpPr>
        <p:sp>
          <p:nvSpPr>
            <p:cNvPr id="1255" name="Google Shape;1255;p2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0" name="Google Shape;1260;p20"/>
          <p:cNvGrpSpPr/>
          <p:nvPr/>
        </p:nvGrpSpPr>
        <p:grpSpPr>
          <a:xfrm>
            <a:off x="760487" y="4646775"/>
            <a:ext cx="1999366" cy="1996853"/>
            <a:chOff x="1261508" y="230234"/>
            <a:chExt cx="842548" cy="841489"/>
          </a:xfrm>
        </p:grpSpPr>
        <p:sp>
          <p:nvSpPr>
            <p:cNvPr id="1261" name="Google Shape;1261;p2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6" name="Google Shape;1266;p20"/>
          <p:cNvGrpSpPr/>
          <p:nvPr/>
        </p:nvGrpSpPr>
        <p:grpSpPr>
          <a:xfrm rot="5400000">
            <a:off x="8208269" y="2297346"/>
            <a:ext cx="1146819" cy="548812"/>
            <a:chOff x="126925" y="511427"/>
            <a:chExt cx="697154" cy="333625"/>
          </a:xfrm>
        </p:grpSpPr>
        <p:sp>
          <p:nvSpPr>
            <p:cNvPr id="1267" name="Google Shape;1267;p2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3" name="Google Shape;1303;p20"/>
          <p:cNvGrpSpPr/>
          <p:nvPr/>
        </p:nvGrpSpPr>
        <p:grpSpPr>
          <a:xfrm>
            <a:off x="193707" y="4548401"/>
            <a:ext cx="407031" cy="431553"/>
            <a:chOff x="5639106" y="643680"/>
            <a:chExt cx="246148" cy="260978"/>
          </a:xfrm>
        </p:grpSpPr>
        <p:sp>
          <p:nvSpPr>
            <p:cNvPr id="1304" name="Google Shape;1304;p2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6" name="Google Shape;1306;p20"/>
          <p:cNvSpPr/>
          <p:nvPr/>
        </p:nvSpPr>
        <p:spPr>
          <a:xfrm>
            <a:off x="511206" y="4513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0"/>
          <p:cNvSpPr/>
          <p:nvPr/>
        </p:nvSpPr>
        <p:spPr>
          <a:xfrm>
            <a:off x="8634372" y="39453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9" name="Google Shape;1309;p21"/>
          <p:cNvGrpSpPr/>
          <p:nvPr/>
        </p:nvGrpSpPr>
        <p:grpSpPr>
          <a:xfrm>
            <a:off x="7403019" y="4389208"/>
            <a:ext cx="1146819" cy="548812"/>
            <a:chOff x="126925" y="511427"/>
            <a:chExt cx="697154" cy="333625"/>
          </a:xfrm>
        </p:grpSpPr>
        <p:sp>
          <p:nvSpPr>
            <p:cNvPr id="1310" name="Google Shape;1310;p2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6" name="Google Shape;1346;p21"/>
          <p:cNvGrpSpPr/>
          <p:nvPr/>
        </p:nvGrpSpPr>
        <p:grpSpPr>
          <a:xfrm>
            <a:off x="425797" y="350431"/>
            <a:ext cx="287314" cy="379145"/>
            <a:chOff x="3216099" y="239444"/>
            <a:chExt cx="173751" cy="229285"/>
          </a:xfrm>
        </p:grpSpPr>
        <p:sp>
          <p:nvSpPr>
            <p:cNvPr id="1347" name="Google Shape;1347;p2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9" name="Google Shape;1349;p21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0" name="Google Shape;1350;p21"/>
          <p:cNvGrpSpPr/>
          <p:nvPr/>
        </p:nvGrpSpPr>
        <p:grpSpPr>
          <a:xfrm>
            <a:off x="2849275" y="-684550"/>
            <a:ext cx="1999366" cy="1996853"/>
            <a:chOff x="1261508" y="230234"/>
            <a:chExt cx="842548" cy="841489"/>
          </a:xfrm>
        </p:grpSpPr>
        <p:sp>
          <p:nvSpPr>
            <p:cNvPr id="1351" name="Google Shape;1351;p2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6" name="Google Shape;1356;p21"/>
          <p:cNvGrpSpPr/>
          <p:nvPr/>
        </p:nvGrpSpPr>
        <p:grpSpPr>
          <a:xfrm>
            <a:off x="-716375" y="3982725"/>
            <a:ext cx="1999366" cy="1996853"/>
            <a:chOff x="1261508" y="230234"/>
            <a:chExt cx="842548" cy="841489"/>
          </a:xfrm>
        </p:grpSpPr>
        <p:sp>
          <p:nvSpPr>
            <p:cNvPr id="1357" name="Google Shape;1357;p2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2" name="Google Shape;1362;p21"/>
          <p:cNvGrpSpPr/>
          <p:nvPr/>
        </p:nvGrpSpPr>
        <p:grpSpPr>
          <a:xfrm>
            <a:off x="7772907" y="223101"/>
            <a:ext cx="407031" cy="431553"/>
            <a:chOff x="5639106" y="643680"/>
            <a:chExt cx="246148" cy="260978"/>
          </a:xfrm>
        </p:grpSpPr>
        <p:sp>
          <p:nvSpPr>
            <p:cNvPr id="1363" name="Google Shape;1363;p2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5" name="Google Shape;1365;p21"/>
          <p:cNvGrpSpPr/>
          <p:nvPr/>
        </p:nvGrpSpPr>
        <p:grpSpPr>
          <a:xfrm>
            <a:off x="8797272" y="3798656"/>
            <a:ext cx="287314" cy="379145"/>
            <a:chOff x="3216099" y="239444"/>
            <a:chExt cx="173751" cy="229285"/>
          </a:xfrm>
        </p:grpSpPr>
        <p:sp>
          <p:nvSpPr>
            <p:cNvPr id="1366" name="Google Shape;1366;p2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8" name="Google Shape;1368;p21"/>
          <p:cNvSpPr txBox="1"/>
          <p:nvPr>
            <p:ph type="title"/>
          </p:nvPr>
        </p:nvSpPr>
        <p:spPr>
          <a:xfrm>
            <a:off x="713100" y="1922550"/>
            <a:ext cx="3799200" cy="59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9" name="Google Shape;1369;p21"/>
          <p:cNvSpPr txBox="1"/>
          <p:nvPr>
            <p:ph idx="1" type="subTitle"/>
          </p:nvPr>
        </p:nvSpPr>
        <p:spPr>
          <a:xfrm>
            <a:off x="713100" y="2479581"/>
            <a:ext cx="3799200" cy="7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oogle Shape;1371;p22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1372" name="Google Shape;1372;p2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8" name="Google Shape;1408;p22"/>
          <p:cNvGrpSpPr/>
          <p:nvPr/>
        </p:nvGrpSpPr>
        <p:grpSpPr>
          <a:xfrm>
            <a:off x="1926437" y="-880450"/>
            <a:ext cx="1999366" cy="1996853"/>
            <a:chOff x="1261508" y="230234"/>
            <a:chExt cx="842548" cy="841489"/>
          </a:xfrm>
        </p:grpSpPr>
        <p:sp>
          <p:nvSpPr>
            <p:cNvPr id="1409" name="Google Shape;1409;p2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4" name="Google Shape;1414;p22"/>
          <p:cNvGrpSpPr/>
          <p:nvPr/>
        </p:nvGrpSpPr>
        <p:grpSpPr>
          <a:xfrm>
            <a:off x="7944050" y="4076375"/>
            <a:ext cx="1999366" cy="1996853"/>
            <a:chOff x="1261508" y="230234"/>
            <a:chExt cx="842548" cy="841489"/>
          </a:xfrm>
        </p:grpSpPr>
        <p:sp>
          <p:nvSpPr>
            <p:cNvPr id="1415" name="Google Shape;1415;p2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0" name="Google Shape;1420;p22"/>
          <p:cNvGrpSpPr/>
          <p:nvPr/>
        </p:nvGrpSpPr>
        <p:grpSpPr>
          <a:xfrm>
            <a:off x="8643260" y="367731"/>
            <a:ext cx="287314" cy="379145"/>
            <a:chOff x="3216099" y="239444"/>
            <a:chExt cx="173751" cy="229285"/>
          </a:xfrm>
        </p:grpSpPr>
        <p:sp>
          <p:nvSpPr>
            <p:cNvPr id="1421" name="Google Shape;1421;p2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3" name="Google Shape;1423;p22"/>
          <p:cNvGrpSpPr/>
          <p:nvPr/>
        </p:nvGrpSpPr>
        <p:grpSpPr>
          <a:xfrm>
            <a:off x="331897" y="350431"/>
            <a:ext cx="287314" cy="379145"/>
            <a:chOff x="3216099" y="239444"/>
            <a:chExt cx="173751" cy="229285"/>
          </a:xfrm>
        </p:grpSpPr>
        <p:sp>
          <p:nvSpPr>
            <p:cNvPr id="1424" name="Google Shape;1424;p2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6" name="Google Shape;1426;p22"/>
          <p:cNvSpPr/>
          <p:nvPr/>
        </p:nvSpPr>
        <p:spPr>
          <a:xfrm>
            <a:off x="8459472" y="273773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2"/>
          <p:cNvSpPr txBox="1"/>
          <p:nvPr>
            <p:ph type="title"/>
          </p:nvPr>
        </p:nvSpPr>
        <p:spPr>
          <a:xfrm>
            <a:off x="1600575" y="1778650"/>
            <a:ext cx="2651100" cy="6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8" name="Google Shape;1428;p22"/>
          <p:cNvSpPr txBox="1"/>
          <p:nvPr>
            <p:ph idx="1" type="subTitle"/>
          </p:nvPr>
        </p:nvSpPr>
        <p:spPr>
          <a:xfrm>
            <a:off x="1600475" y="2397706"/>
            <a:ext cx="26511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0" name="Google Shape;1430;p23"/>
          <p:cNvGrpSpPr/>
          <p:nvPr/>
        </p:nvGrpSpPr>
        <p:grpSpPr>
          <a:xfrm rot="5400000">
            <a:off x="7850594" y="3192121"/>
            <a:ext cx="1146819" cy="548812"/>
            <a:chOff x="126925" y="511427"/>
            <a:chExt cx="697154" cy="333625"/>
          </a:xfrm>
        </p:grpSpPr>
        <p:sp>
          <p:nvSpPr>
            <p:cNvPr id="1431" name="Google Shape;1431;p2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7" name="Google Shape;1467;p23"/>
          <p:cNvGrpSpPr/>
          <p:nvPr/>
        </p:nvGrpSpPr>
        <p:grpSpPr>
          <a:xfrm>
            <a:off x="142497" y="160856"/>
            <a:ext cx="287314" cy="379145"/>
            <a:chOff x="3216099" y="239444"/>
            <a:chExt cx="173751" cy="229285"/>
          </a:xfrm>
        </p:grpSpPr>
        <p:sp>
          <p:nvSpPr>
            <p:cNvPr id="1468" name="Google Shape;1468;p23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0" name="Google Shape;1470;p23"/>
          <p:cNvGrpSpPr/>
          <p:nvPr/>
        </p:nvGrpSpPr>
        <p:grpSpPr>
          <a:xfrm>
            <a:off x="2777132" y="4296589"/>
            <a:ext cx="407031" cy="431553"/>
            <a:chOff x="5639106" y="643680"/>
            <a:chExt cx="246148" cy="260978"/>
          </a:xfrm>
        </p:grpSpPr>
        <p:sp>
          <p:nvSpPr>
            <p:cNvPr id="1471" name="Google Shape;1471;p23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3" name="Google Shape;1473;p23"/>
          <p:cNvSpPr/>
          <p:nvPr/>
        </p:nvSpPr>
        <p:spPr>
          <a:xfrm>
            <a:off x="350347" y="9444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4" name="Google Shape;1474;p23"/>
          <p:cNvGrpSpPr/>
          <p:nvPr/>
        </p:nvGrpSpPr>
        <p:grpSpPr>
          <a:xfrm>
            <a:off x="4504450" y="-778150"/>
            <a:ext cx="1999366" cy="1996853"/>
            <a:chOff x="1261508" y="230234"/>
            <a:chExt cx="842548" cy="841489"/>
          </a:xfrm>
        </p:grpSpPr>
        <p:sp>
          <p:nvSpPr>
            <p:cNvPr id="1475" name="Google Shape;1475;p2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23"/>
          <p:cNvGrpSpPr/>
          <p:nvPr/>
        </p:nvGrpSpPr>
        <p:grpSpPr>
          <a:xfrm>
            <a:off x="473925" y="4083725"/>
            <a:ext cx="1999366" cy="1996853"/>
            <a:chOff x="1261508" y="230234"/>
            <a:chExt cx="842548" cy="841489"/>
          </a:xfrm>
        </p:grpSpPr>
        <p:sp>
          <p:nvSpPr>
            <p:cNvPr id="1481" name="Google Shape;1481;p2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6" name="Google Shape;1486;p23"/>
          <p:cNvGrpSpPr/>
          <p:nvPr/>
        </p:nvGrpSpPr>
        <p:grpSpPr>
          <a:xfrm>
            <a:off x="8378857" y="381826"/>
            <a:ext cx="407031" cy="431553"/>
            <a:chOff x="5639106" y="643680"/>
            <a:chExt cx="246148" cy="260978"/>
          </a:xfrm>
        </p:grpSpPr>
        <p:sp>
          <p:nvSpPr>
            <p:cNvPr id="1487" name="Google Shape;1487;p23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9" name="Google Shape;1489;p23"/>
          <p:cNvGrpSpPr/>
          <p:nvPr/>
        </p:nvGrpSpPr>
        <p:grpSpPr>
          <a:xfrm>
            <a:off x="6682098" y="160849"/>
            <a:ext cx="339840" cy="351680"/>
            <a:chOff x="5679740" y="691983"/>
            <a:chExt cx="205515" cy="212676"/>
          </a:xfrm>
        </p:grpSpPr>
        <p:sp>
          <p:nvSpPr>
            <p:cNvPr id="1490" name="Google Shape;1490;p23"/>
            <p:cNvSpPr/>
            <p:nvPr/>
          </p:nvSpPr>
          <p:spPr>
            <a:xfrm>
              <a:off x="5679740" y="691983"/>
              <a:ext cx="88126" cy="104777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2" name="Google Shape;1492;p23"/>
          <p:cNvSpPr txBox="1"/>
          <p:nvPr>
            <p:ph type="title"/>
          </p:nvPr>
        </p:nvSpPr>
        <p:spPr>
          <a:xfrm>
            <a:off x="4959550" y="1810738"/>
            <a:ext cx="2500800" cy="63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3" name="Google Shape;1493;p23"/>
          <p:cNvSpPr txBox="1"/>
          <p:nvPr>
            <p:ph idx="1" type="subTitle"/>
          </p:nvPr>
        </p:nvSpPr>
        <p:spPr>
          <a:xfrm>
            <a:off x="4959550" y="2406418"/>
            <a:ext cx="25008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" name="Google Shape;1495;p24"/>
          <p:cNvGrpSpPr/>
          <p:nvPr/>
        </p:nvGrpSpPr>
        <p:grpSpPr>
          <a:xfrm>
            <a:off x="139694" y="359571"/>
            <a:ext cx="1146819" cy="548812"/>
            <a:chOff x="126925" y="511427"/>
            <a:chExt cx="697154" cy="333625"/>
          </a:xfrm>
        </p:grpSpPr>
        <p:sp>
          <p:nvSpPr>
            <p:cNvPr id="1496" name="Google Shape;1496;p2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2" name="Google Shape;1532;p24"/>
          <p:cNvGrpSpPr/>
          <p:nvPr/>
        </p:nvGrpSpPr>
        <p:grpSpPr>
          <a:xfrm>
            <a:off x="7849225" y="-844375"/>
            <a:ext cx="1999366" cy="1996853"/>
            <a:chOff x="1261508" y="230234"/>
            <a:chExt cx="842548" cy="841489"/>
          </a:xfrm>
        </p:grpSpPr>
        <p:sp>
          <p:nvSpPr>
            <p:cNvPr id="1533" name="Google Shape;1533;p2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8" name="Google Shape;1538;p24"/>
          <p:cNvGrpSpPr/>
          <p:nvPr/>
        </p:nvGrpSpPr>
        <p:grpSpPr>
          <a:xfrm>
            <a:off x="1033125" y="4069175"/>
            <a:ext cx="1999366" cy="1996853"/>
            <a:chOff x="1261508" y="230234"/>
            <a:chExt cx="842548" cy="841489"/>
          </a:xfrm>
        </p:grpSpPr>
        <p:sp>
          <p:nvSpPr>
            <p:cNvPr id="1539" name="Google Shape;1539;p2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4" name="Google Shape;1544;p24"/>
          <p:cNvGrpSpPr/>
          <p:nvPr/>
        </p:nvGrpSpPr>
        <p:grpSpPr>
          <a:xfrm>
            <a:off x="6707047" y="62731"/>
            <a:ext cx="287314" cy="379145"/>
            <a:chOff x="3216099" y="239444"/>
            <a:chExt cx="173751" cy="229285"/>
          </a:xfrm>
        </p:grpSpPr>
        <p:sp>
          <p:nvSpPr>
            <p:cNvPr id="1545" name="Google Shape;1545;p2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7" name="Google Shape;1547;p24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1548" name="Google Shape;1548;p2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24"/>
          <p:cNvGrpSpPr/>
          <p:nvPr/>
        </p:nvGrpSpPr>
        <p:grpSpPr>
          <a:xfrm>
            <a:off x="8659297" y="1462375"/>
            <a:ext cx="255228" cy="341001"/>
            <a:chOff x="3216099" y="262511"/>
            <a:chExt cx="154347" cy="206217"/>
          </a:xfrm>
        </p:grpSpPr>
        <p:sp>
          <p:nvSpPr>
            <p:cNvPr id="1551" name="Google Shape;1551;p24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3" name="Google Shape;1553;p24"/>
          <p:cNvSpPr/>
          <p:nvPr/>
        </p:nvSpPr>
        <p:spPr>
          <a:xfrm>
            <a:off x="711767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4" name="Google Shape;1554;p24"/>
          <p:cNvGrpSpPr/>
          <p:nvPr/>
        </p:nvGrpSpPr>
        <p:grpSpPr>
          <a:xfrm rot="5400000">
            <a:off x="8124994" y="4016346"/>
            <a:ext cx="1146819" cy="548812"/>
            <a:chOff x="126925" y="511427"/>
            <a:chExt cx="697154" cy="333625"/>
          </a:xfrm>
        </p:grpSpPr>
        <p:sp>
          <p:nvSpPr>
            <p:cNvPr id="1555" name="Google Shape;1555;p2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1" name="Google Shape;1591;p24"/>
          <p:cNvSpPr txBox="1"/>
          <p:nvPr>
            <p:ph type="title"/>
          </p:nvPr>
        </p:nvSpPr>
        <p:spPr>
          <a:xfrm>
            <a:off x="1117450" y="1198913"/>
            <a:ext cx="3115500" cy="181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92" name="Google Shape;1592;p24"/>
          <p:cNvSpPr txBox="1"/>
          <p:nvPr>
            <p:ph idx="1" type="subTitle"/>
          </p:nvPr>
        </p:nvSpPr>
        <p:spPr>
          <a:xfrm>
            <a:off x="1117450" y="2960276"/>
            <a:ext cx="31155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3" name="Google Shape;1593;p24"/>
          <p:cNvSpPr/>
          <p:nvPr>
            <p:ph idx="2" type="pic"/>
          </p:nvPr>
        </p:nvSpPr>
        <p:spPr>
          <a:xfrm>
            <a:off x="4991225" y="1011600"/>
            <a:ext cx="3115500" cy="3120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2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6" name="Google Shape;1596;p25"/>
          <p:cNvSpPr txBox="1"/>
          <p:nvPr>
            <p:ph idx="1" type="body"/>
          </p:nvPr>
        </p:nvSpPr>
        <p:spPr>
          <a:xfrm>
            <a:off x="720000" y="1152475"/>
            <a:ext cx="77040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ivvic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1597" name="Google Shape;1597;p25"/>
          <p:cNvGrpSpPr/>
          <p:nvPr/>
        </p:nvGrpSpPr>
        <p:grpSpPr>
          <a:xfrm>
            <a:off x="7890969" y="97858"/>
            <a:ext cx="1146819" cy="548812"/>
            <a:chOff x="126925" y="511427"/>
            <a:chExt cx="697154" cy="333625"/>
          </a:xfrm>
        </p:grpSpPr>
        <p:sp>
          <p:nvSpPr>
            <p:cNvPr id="1598" name="Google Shape;1598;p2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4" name="Google Shape;1634;p25"/>
          <p:cNvGrpSpPr/>
          <p:nvPr/>
        </p:nvGrpSpPr>
        <p:grpSpPr>
          <a:xfrm>
            <a:off x="-975400" y="-1060500"/>
            <a:ext cx="1999366" cy="1996853"/>
            <a:chOff x="1261508" y="230234"/>
            <a:chExt cx="842548" cy="841489"/>
          </a:xfrm>
        </p:grpSpPr>
        <p:sp>
          <p:nvSpPr>
            <p:cNvPr id="1635" name="Google Shape;1635;p2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0" name="Google Shape;1640;p25"/>
          <p:cNvGrpSpPr/>
          <p:nvPr/>
        </p:nvGrpSpPr>
        <p:grpSpPr>
          <a:xfrm>
            <a:off x="3572312" y="4710325"/>
            <a:ext cx="1999366" cy="1996853"/>
            <a:chOff x="1261508" y="230234"/>
            <a:chExt cx="842548" cy="841489"/>
          </a:xfrm>
        </p:grpSpPr>
        <p:sp>
          <p:nvSpPr>
            <p:cNvPr id="1641" name="Google Shape;1641;p2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6" name="Google Shape;1646;p25"/>
          <p:cNvGrpSpPr/>
          <p:nvPr/>
        </p:nvGrpSpPr>
        <p:grpSpPr>
          <a:xfrm>
            <a:off x="8423997" y="4331181"/>
            <a:ext cx="287314" cy="379145"/>
            <a:chOff x="3216099" y="239444"/>
            <a:chExt cx="173751" cy="229285"/>
          </a:xfrm>
        </p:grpSpPr>
        <p:sp>
          <p:nvSpPr>
            <p:cNvPr id="1647" name="Google Shape;1647;p2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9" name="Google Shape;1649;p25"/>
          <p:cNvGrpSpPr/>
          <p:nvPr/>
        </p:nvGrpSpPr>
        <p:grpSpPr>
          <a:xfrm>
            <a:off x="274097" y="3318831"/>
            <a:ext cx="287314" cy="379145"/>
            <a:chOff x="3216099" y="239444"/>
            <a:chExt cx="173751" cy="229285"/>
          </a:xfrm>
        </p:grpSpPr>
        <p:sp>
          <p:nvSpPr>
            <p:cNvPr id="1650" name="Google Shape;1650;p2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2" name="Google Shape;1652;p25"/>
          <p:cNvGrpSpPr/>
          <p:nvPr/>
        </p:nvGrpSpPr>
        <p:grpSpPr>
          <a:xfrm>
            <a:off x="6894372" y="64125"/>
            <a:ext cx="255228" cy="341001"/>
            <a:chOff x="3216099" y="262511"/>
            <a:chExt cx="154347" cy="206217"/>
          </a:xfrm>
        </p:grpSpPr>
        <p:sp>
          <p:nvSpPr>
            <p:cNvPr id="1653" name="Google Shape;1653;p25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5" name="Google Shape;1655;p25"/>
          <p:cNvSpPr/>
          <p:nvPr/>
        </p:nvSpPr>
        <p:spPr>
          <a:xfrm>
            <a:off x="8622047" y="46825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2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8" name="Google Shape;1658;p26"/>
          <p:cNvSpPr txBox="1"/>
          <p:nvPr>
            <p:ph idx="1" type="subTitle"/>
          </p:nvPr>
        </p:nvSpPr>
        <p:spPr>
          <a:xfrm>
            <a:off x="1857600" y="3906483"/>
            <a:ext cx="24897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59" name="Google Shape;1659;p26"/>
          <p:cNvSpPr txBox="1"/>
          <p:nvPr>
            <p:ph idx="2" type="subTitle"/>
          </p:nvPr>
        </p:nvSpPr>
        <p:spPr>
          <a:xfrm>
            <a:off x="4796728" y="3906483"/>
            <a:ext cx="24897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0" name="Google Shape;1660;p26"/>
          <p:cNvSpPr txBox="1"/>
          <p:nvPr>
            <p:ph idx="3" type="subTitle"/>
          </p:nvPr>
        </p:nvSpPr>
        <p:spPr>
          <a:xfrm>
            <a:off x="1857588" y="3504000"/>
            <a:ext cx="2489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1" name="Google Shape;1661;p26"/>
          <p:cNvSpPr txBox="1"/>
          <p:nvPr>
            <p:ph idx="4" type="subTitle"/>
          </p:nvPr>
        </p:nvSpPr>
        <p:spPr>
          <a:xfrm>
            <a:off x="4796720" y="3504000"/>
            <a:ext cx="2489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62" name="Google Shape;1662;p26"/>
          <p:cNvGrpSpPr/>
          <p:nvPr/>
        </p:nvGrpSpPr>
        <p:grpSpPr>
          <a:xfrm>
            <a:off x="7615119" y="4454096"/>
            <a:ext cx="1146819" cy="548812"/>
            <a:chOff x="126925" y="511427"/>
            <a:chExt cx="697154" cy="333625"/>
          </a:xfrm>
        </p:grpSpPr>
        <p:sp>
          <p:nvSpPr>
            <p:cNvPr id="1663" name="Google Shape;1663;p2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9" name="Google Shape;1699;p26"/>
          <p:cNvGrpSpPr/>
          <p:nvPr/>
        </p:nvGrpSpPr>
        <p:grpSpPr>
          <a:xfrm>
            <a:off x="-747725" y="-696475"/>
            <a:ext cx="1999366" cy="1996853"/>
            <a:chOff x="1261508" y="230234"/>
            <a:chExt cx="842548" cy="841489"/>
          </a:xfrm>
        </p:grpSpPr>
        <p:sp>
          <p:nvSpPr>
            <p:cNvPr id="1700" name="Google Shape;1700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5" name="Google Shape;1705;p26"/>
          <p:cNvGrpSpPr/>
          <p:nvPr/>
        </p:nvGrpSpPr>
        <p:grpSpPr>
          <a:xfrm>
            <a:off x="371275" y="4603375"/>
            <a:ext cx="1999366" cy="1996853"/>
            <a:chOff x="1261508" y="230234"/>
            <a:chExt cx="842548" cy="841489"/>
          </a:xfrm>
        </p:grpSpPr>
        <p:sp>
          <p:nvSpPr>
            <p:cNvPr id="1706" name="Google Shape;1706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1" name="Google Shape;1711;p26"/>
          <p:cNvGrpSpPr/>
          <p:nvPr/>
        </p:nvGrpSpPr>
        <p:grpSpPr>
          <a:xfrm rot="5400000">
            <a:off x="139694" y="1780696"/>
            <a:ext cx="1146819" cy="548812"/>
            <a:chOff x="126925" y="511427"/>
            <a:chExt cx="697154" cy="333625"/>
          </a:xfrm>
        </p:grpSpPr>
        <p:sp>
          <p:nvSpPr>
            <p:cNvPr id="1712" name="Google Shape;1712;p2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8" name="Google Shape;1748;p26"/>
          <p:cNvGrpSpPr/>
          <p:nvPr/>
        </p:nvGrpSpPr>
        <p:grpSpPr>
          <a:xfrm>
            <a:off x="8215725" y="2106475"/>
            <a:ext cx="1999366" cy="1996853"/>
            <a:chOff x="1261508" y="230234"/>
            <a:chExt cx="842548" cy="841489"/>
          </a:xfrm>
        </p:grpSpPr>
        <p:sp>
          <p:nvSpPr>
            <p:cNvPr id="1749" name="Google Shape;1749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_1"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5" name="Google Shape;1755;p27"/>
          <p:cNvGrpSpPr/>
          <p:nvPr/>
        </p:nvGrpSpPr>
        <p:grpSpPr>
          <a:xfrm>
            <a:off x="1424222" y="246181"/>
            <a:ext cx="287314" cy="379145"/>
            <a:chOff x="3216099" y="239444"/>
            <a:chExt cx="173751" cy="229285"/>
          </a:xfrm>
        </p:grpSpPr>
        <p:sp>
          <p:nvSpPr>
            <p:cNvPr id="1756" name="Google Shape;1756;p2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8" name="Google Shape;1758;p27"/>
          <p:cNvGrpSpPr/>
          <p:nvPr/>
        </p:nvGrpSpPr>
        <p:grpSpPr>
          <a:xfrm flipH="1">
            <a:off x="-954450" y="-803850"/>
            <a:ext cx="1999366" cy="1996853"/>
            <a:chOff x="1261508" y="230234"/>
            <a:chExt cx="842548" cy="841489"/>
          </a:xfrm>
        </p:grpSpPr>
        <p:sp>
          <p:nvSpPr>
            <p:cNvPr id="1759" name="Google Shape;1759;p2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4" name="Google Shape;1764;p27"/>
          <p:cNvGrpSpPr/>
          <p:nvPr/>
        </p:nvGrpSpPr>
        <p:grpSpPr>
          <a:xfrm flipH="1">
            <a:off x="7947025" y="3978225"/>
            <a:ext cx="1999366" cy="1996853"/>
            <a:chOff x="1261508" y="230234"/>
            <a:chExt cx="842548" cy="841489"/>
          </a:xfrm>
        </p:grpSpPr>
        <p:sp>
          <p:nvSpPr>
            <p:cNvPr id="1765" name="Google Shape;1765;p2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0" name="Google Shape;1770;p2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1" name="Google Shape;1771;p27"/>
          <p:cNvSpPr txBox="1"/>
          <p:nvPr>
            <p:ph idx="1" type="subTitle"/>
          </p:nvPr>
        </p:nvSpPr>
        <p:spPr>
          <a:xfrm>
            <a:off x="720000" y="1570175"/>
            <a:ext cx="3702600" cy="23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72" name="Google Shape;1772;p27"/>
          <p:cNvSpPr txBox="1"/>
          <p:nvPr>
            <p:ph idx="2" type="subTitle"/>
          </p:nvPr>
        </p:nvSpPr>
        <p:spPr>
          <a:xfrm>
            <a:off x="4721388" y="1570175"/>
            <a:ext cx="3702600" cy="23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7_2"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4" name="Google Shape;1774;p28"/>
          <p:cNvGrpSpPr/>
          <p:nvPr/>
        </p:nvGrpSpPr>
        <p:grpSpPr>
          <a:xfrm>
            <a:off x="139694" y="265596"/>
            <a:ext cx="1146819" cy="548812"/>
            <a:chOff x="126925" y="511427"/>
            <a:chExt cx="697154" cy="333625"/>
          </a:xfrm>
        </p:grpSpPr>
        <p:sp>
          <p:nvSpPr>
            <p:cNvPr id="1775" name="Google Shape;1775;p2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1" name="Google Shape;1811;p28"/>
          <p:cNvGrpSpPr/>
          <p:nvPr/>
        </p:nvGrpSpPr>
        <p:grpSpPr>
          <a:xfrm>
            <a:off x="519708" y="4187416"/>
            <a:ext cx="297892" cy="415961"/>
            <a:chOff x="4872628" y="1304490"/>
            <a:chExt cx="180147" cy="251548"/>
          </a:xfrm>
        </p:grpSpPr>
        <p:sp>
          <p:nvSpPr>
            <p:cNvPr id="1812" name="Google Shape;1812;p28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8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4" name="Google Shape;1814;p28"/>
          <p:cNvGrpSpPr/>
          <p:nvPr/>
        </p:nvGrpSpPr>
        <p:grpSpPr>
          <a:xfrm>
            <a:off x="8263457" y="4033226"/>
            <a:ext cx="407031" cy="431553"/>
            <a:chOff x="5639106" y="643680"/>
            <a:chExt cx="246148" cy="260978"/>
          </a:xfrm>
        </p:grpSpPr>
        <p:sp>
          <p:nvSpPr>
            <p:cNvPr id="1815" name="Google Shape;1815;p2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7" name="Google Shape;1817;p28"/>
          <p:cNvSpPr/>
          <p:nvPr/>
        </p:nvSpPr>
        <p:spPr>
          <a:xfrm>
            <a:off x="8737725" y="366940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8" name="Google Shape;1818;p28"/>
          <p:cNvGrpSpPr/>
          <p:nvPr/>
        </p:nvGrpSpPr>
        <p:grpSpPr>
          <a:xfrm>
            <a:off x="7733025" y="-799800"/>
            <a:ext cx="1999366" cy="1996853"/>
            <a:chOff x="1261508" y="230234"/>
            <a:chExt cx="842548" cy="841489"/>
          </a:xfrm>
        </p:grpSpPr>
        <p:sp>
          <p:nvSpPr>
            <p:cNvPr id="1819" name="Google Shape;1819;p2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4" name="Google Shape;1824;p28"/>
          <p:cNvGrpSpPr/>
          <p:nvPr/>
        </p:nvGrpSpPr>
        <p:grpSpPr>
          <a:xfrm>
            <a:off x="3572325" y="4415050"/>
            <a:ext cx="1999366" cy="1996853"/>
            <a:chOff x="1261508" y="230234"/>
            <a:chExt cx="842548" cy="841489"/>
          </a:xfrm>
        </p:grpSpPr>
        <p:sp>
          <p:nvSpPr>
            <p:cNvPr id="1825" name="Google Shape;1825;p2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0" name="Google Shape;1830;p2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1" name="Google Shape;1831;p28"/>
          <p:cNvSpPr txBox="1"/>
          <p:nvPr>
            <p:ph idx="1" type="subTitle"/>
          </p:nvPr>
        </p:nvSpPr>
        <p:spPr>
          <a:xfrm>
            <a:off x="1133075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2" name="Google Shape;1832;p28"/>
          <p:cNvSpPr txBox="1"/>
          <p:nvPr>
            <p:ph idx="2" type="subTitle"/>
          </p:nvPr>
        </p:nvSpPr>
        <p:spPr>
          <a:xfrm>
            <a:off x="6013178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3" name="Google Shape;1833;p28"/>
          <p:cNvSpPr txBox="1"/>
          <p:nvPr>
            <p:ph idx="3" type="subTitle"/>
          </p:nvPr>
        </p:nvSpPr>
        <p:spPr>
          <a:xfrm>
            <a:off x="3573109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4" name="Google Shape;1834;p28"/>
          <p:cNvSpPr txBox="1"/>
          <p:nvPr>
            <p:ph idx="4" type="subTitle"/>
          </p:nvPr>
        </p:nvSpPr>
        <p:spPr>
          <a:xfrm>
            <a:off x="1133075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5" name="Google Shape;1835;p28"/>
          <p:cNvSpPr txBox="1"/>
          <p:nvPr>
            <p:ph idx="5" type="subTitle"/>
          </p:nvPr>
        </p:nvSpPr>
        <p:spPr>
          <a:xfrm>
            <a:off x="3573116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6" name="Google Shape;1836;p28"/>
          <p:cNvSpPr txBox="1"/>
          <p:nvPr>
            <p:ph idx="6" type="subTitle"/>
          </p:nvPr>
        </p:nvSpPr>
        <p:spPr>
          <a:xfrm>
            <a:off x="6013194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_1"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8" name="Google Shape;1838;p29"/>
          <p:cNvGrpSpPr/>
          <p:nvPr/>
        </p:nvGrpSpPr>
        <p:grpSpPr>
          <a:xfrm>
            <a:off x="3998594" y="4413571"/>
            <a:ext cx="1146819" cy="548812"/>
            <a:chOff x="126925" y="511427"/>
            <a:chExt cx="697154" cy="333625"/>
          </a:xfrm>
        </p:grpSpPr>
        <p:sp>
          <p:nvSpPr>
            <p:cNvPr id="1839" name="Google Shape;1839;p2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5" name="Google Shape;1875;p29"/>
          <p:cNvGrpSpPr/>
          <p:nvPr/>
        </p:nvGrpSpPr>
        <p:grpSpPr>
          <a:xfrm>
            <a:off x="202283" y="3862791"/>
            <a:ext cx="297892" cy="415961"/>
            <a:chOff x="4872628" y="1304490"/>
            <a:chExt cx="180147" cy="251548"/>
          </a:xfrm>
        </p:grpSpPr>
        <p:sp>
          <p:nvSpPr>
            <p:cNvPr id="1876" name="Google Shape;1876;p29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8" name="Google Shape;1878;p29"/>
          <p:cNvGrpSpPr/>
          <p:nvPr/>
        </p:nvGrpSpPr>
        <p:grpSpPr>
          <a:xfrm>
            <a:off x="283775" y="317151"/>
            <a:ext cx="271652" cy="377428"/>
            <a:chOff x="6473622" y="258634"/>
            <a:chExt cx="164279" cy="228246"/>
          </a:xfrm>
        </p:grpSpPr>
        <p:sp>
          <p:nvSpPr>
            <p:cNvPr id="1879" name="Google Shape;1879;p29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1" name="Google Shape;1881;p29"/>
          <p:cNvGrpSpPr/>
          <p:nvPr/>
        </p:nvGrpSpPr>
        <p:grpSpPr>
          <a:xfrm>
            <a:off x="8566432" y="4376151"/>
            <a:ext cx="407031" cy="431553"/>
            <a:chOff x="5639106" y="643680"/>
            <a:chExt cx="246148" cy="260978"/>
          </a:xfrm>
        </p:grpSpPr>
        <p:sp>
          <p:nvSpPr>
            <p:cNvPr id="1882" name="Google Shape;1882;p2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29"/>
          <p:cNvSpPr/>
          <p:nvPr/>
        </p:nvSpPr>
        <p:spPr>
          <a:xfrm>
            <a:off x="8362387" y="47803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5" name="Google Shape;1885;p29"/>
          <p:cNvGrpSpPr/>
          <p:nvPr/>
        </p:nvGrpSpPr>
        <p:grpSpPr>
          <a:xfrm>
            <a:off x="8029250" y="1573325"/>
            <a:ext cx="1999366" cy="1996853"/>
            <a:chOff x="1261508" y="230234"/>
            <a:chExt cx="842548" cy="841489"/>
          </a:xfrm>
        </p:grpSpPr>
        <p:sp>
          <p:nvSpPr>
            <p:cNvPr id="1886" name="Google Shape;1886;p2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1" name="Google Shape;1891;p29"/>
          <p:cNvGrpSpPr/>
          <p:nvPr/>
        </p:nvGrpSpPr>
        <p:grpSpPr>
          <a:xfrm>
            <a:off x="-884613" y="1581163"/>
            <a:ext cx="1999366" cy="1996853"/>
            <a:chOff x="1261508" y="230234"/>
            <a:chExt cx="842548" cy="841489"/>
          </a:xfrm>
        </p:grpSpPr>
        <p:sp>
          <p:nvSpPr>
            <p:cNvPr id="1892" name="Google Shape;1892;p2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7" name="Google Shape;1897;p29"/>
          <p:cNvGrpSpPr/>
          <p:nvPr/>
        </p:nvGrpSpPr>
        <p:grpSpPr>
          <a:xfrm>
            <a:off x="8424008" y="962816"/>
            <a:ext cx="297892" cy="415961"/>
            <a:chOff x="4872628" y="1304490"/>
            <a:chExt cx="180147" cy="251548"/>
          </a:xfrm>
        </p:grpSpPr>
        <p:sp>
          <p:nvSpPr>
            <p:cNvPr id="1898" name="Google Shape;1898;p29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9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0" name="Google Shape;1900;p29"/>
          <p:cNvSpPr/>
          <p:nvPr/>
        </p:nvSpPr>
        <p:spPr>
          <a:xfrm>
            <a:off x="8111712" y="1951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2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2" name="Google Shape;1902;p29"/>
          <p:cNvSpPr txBox="1"/>
          <p:nvPr>
            <p:ph idx="1" type="subTitle"/>
          </p:nvPr>
        </p:nvSpPr>
        <p:spPr>
          <a:xfrm>
            <a:off x="2014342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3" name="Google Shape;1903;p29"/>
          <p:cNvSpPr txBox="1"/>
          <p:nvPr>
            <p:ph idx="2" type="subTitle"/>
          </p:nvPr>
        </p:nvSpPr>
        <p:spPr>
          <a:xfrm>
            <a:off x="5009053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4" name="Google Shape;1904;p29"/>
          <p:cNvSpPr txBox="1"/>
          <p:nvPr>
            <p:ph idx="3" type="subTitle"/>
          </p:nvPr>
        </p:nvSpPr>
        <p:spPr>
          <a:xfrm>
            <a:off x="2014250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5" name="Google Shape;1905;p29"/>
          <p:cNvSpPr txBox="1"/>
          <p:nvPr>
            <p:ph idx="4" type="subTitle"/>
          </p:nvPr>
        </p:nvSpPr>
        <p:spPr>
          <a:xfrm>
            <a:off x="5008925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6" name="Google Shape;1906;p29"/>
          <p:cNvSpPr txBox="1"/>
          <p:nvPr>
            <p:ph idx="5" type="subTitle"/>
          </p:nvPr>
        </p:nvSpPr>
        <p:spPr>
          <a:xfrm>
            <a:off x="2014200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9"/>
          <p:cNvSpPr txBox="1"/>
          <p:nvPr>
            <p:ph idx="6" type="subTitle"/>
          </p:nvPr>
        </p:nvSpPr>
        <p:spPr>
          <a:xfrm>
            <a:off x="5008846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8" name="Google Shape;1908;p29"/>
          <p:cNvSpPr txBox="1"/>
          <p:nvPr>
            <p:ph idx="7" type="subTitle"/>
          </p:nvPr>
        </p:nvSpPr>
        <p:spPr>
          <a:xfrm>
            <a:off x="2014200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9" name="Google Shape;1909;p29"/>
          <p:cNvSpPr txBox="1"/>
          <p:nvPr>
            <p:ph idx="8" type="subTitle"/>
          </p:nvPr>
        </p:nvSpPr>
        <p:spPr>
          <a:xfrm>
            <a:off x="5008846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1" name="Google Shape;1911;p30"/>
          <p:cNvGrpSpPr/>
          <p:nvPr/>
        </p:nvGrpSpPr>
        <p:grpSpPr>
          <a:xfrm rot="5400000">
            <a:off x="8213607" y="2462873"/>
            <a:ext cx="1146819" cy="548812"/>
            <a:chOff x="126925" y="511427"/>
            <a:chExt cx="697154" cy="333625"/>
          </a:xfrm>
        </p:grpSpPr>
        <p:sp>
          <p:nvSpPr>
            <p:cNvPr id="1912" name="Google Shape;1912;p3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8" name="Google Shape;1948;p30"/>
          <p:cNvGrpSpPr/>
          <p:nvPr/>
        </p:nvGrpSpPr>
        <p:grpSpPr>
          <a:xfrm>
            <a:off x="332158" y="332016"/>
            <a:ext cx="297892" cy="415961"/>
            <a:chOff x="4872628" y="1304490"/>
            <a:chExt cx="180147" cy="251548"/>
          </a:xfrm>
        </p:grpSpPr>
        <p:sp>
          <p:nvSpPr>
            <p:cNvPr id="1949" name="Google Shape;1949;p30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1" name="Google Shape;1951;p30"/>
          <p:cNvGrpSpPr/>
          <p:nvPr/>
        </p:nvGrpSpPr>
        <p:grpSpPr>
          <a:xfrm>
            <a:off x="8424107" y="4464776"/>
            <a:ext cx="407031" cy="431553"/>
            <a:chOff x="5639106" y="643680"/>
            <a:chExt cx="246148" cy="260978"/>
          </a:xfrm>
        </p:grpSpPr>
        <p:sp>
          <p:nvSpPr>
            <p:cNvPr id="1952" name="Google Shape;1952;p3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4" name="Google Shape;1954;p30"/>
          <p:cNvSpPr/>
          <p:nvPr/>
        </p:nvSpPr>
        <p:spPr>
          <a:xfrm>
            <a:off x="8788225" y="42827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5" name="Google Shape;1955;p30"/>
          <p:cNvGrpSpPr/>
          <p:nvPr/>
        </p:nvGrpSpPr>
        <p:grpSpPr>
          <a:xfrm>
            <a:off x="7884525" y="-1045050"/>
            <a:ext cx="1999366" cy="1996853"/>
            <a:chOff x="1261508" y="230234"/>
            <a:chExt cx="842548" cy="841489"/>
          </a:xfrm>
        </p:grpSpPr>
        <p:sp>
          <p:nvSpPr>
            <p:cNvPr id="1956" name="Google Shape;1956;p3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1" name="Google Shape;1961;p30"/>
          <p:cNvGrpSpPr/>
          <p:nvPr/>
        </p:nvGrpSpPr>
        <p:grpSpPr>
          <a:xfrm>
            <a:off x="-748838" y="4090750"/>
            <a:ext cx="1999366" cy="1996853"/>
            <a:chOff x="1261508" y="230234"/>
            <a:chExt cx="842548" cy="841489"/>
          </a:xfrm>
        </p:grpSpPr>
        <p:sp>
          <p:nvSpPr>
            <p:cNvPr id="1962" name="Google Shape;1962;p3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7" name="Google Shape;1967;p30"/>
          <p:cNvGrpSpPr/>
          <p:nvPr/>
        </p:nvGrpSpPr>
        <p:grpSpPr>
          <a:xfrm rot="5400000">
            <a:off x="-216318" y="2462873"/>
            <a:ext cx="1146819" cy="548812"/>
            <a:chOff x="126925" y="511427"/>
            <a:chExt cx="697154" cy="333625"/>
          </a:xfrm>
        </p:grpSpPr>
        <p:sp>
          <p:nvSpPr>
            <p:cNvPr id="1968" name="Google Shape;1968;p3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4" name="Google Shape;2004;p3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05" name="Google Shape;2005;p30"/>
          <p:cNvSpPr txBox="1"/>
          <p:nvPr>
            <p:ph idx="1" type="subTitle"/>
          </p:nvPr>
        </p:nvSpPr>
        <p:spPr>
          <a:xfrm>
            <a:off x="720025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6" name="Google Shape;2006;p30"/>
          <p:cNvSpPr txBox="1"/>
          <p:nvPr>
            <p:ph idx="2" type="subTitle"/>
          </p:nvPr>
        </p:nvSpPr>
        <p:spPr>
          <a:xfrm>
            <a:off x="3412848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7" name="Google Shape;2007;p30"/>
          <p:cNvSpPr txBox="1"/>
          <p:nvPr>
            <p:ph idx="3" type="subTitle"/>
          </p:nvPr>
        </p:nvSpPr>
        <p:spPr>
          <a:xfrm>
            <a:off x="6105671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8" name="Google Shape;2008;p30"/>
          <p:cNvSpPr txBox="1"/>
          <p:nvPr>
            <p:ph idx="4" type="subTitle"/>
          </p:nvPr>
        </p:nvSpPr>
        <p:spPr>
          <a:xfrm>
            <a:off x="720025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9" name="Google Shape;2009;p30"/>
          <p:cNvSpPr txBox="1"/>
          <p:nvPr>
            <p:ph idx="5" type="subTitle"/>
          </p:nvPr>
        </p:nvSpPr>
        <p:spPr>
          <a:xfrm>
            <a:off x="3412848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0" name="Google Shape;2010;p30"/>
          <p:cNvSpPr txBox="1"/>
          <p:nvPr>
            <p:ph idx="6" type="subTitle"/>
          </p:nvPr>
        </p:nvSpPr>
        <p:spPr>
          <a:xfrm>
            <a:off x="6105671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1" name="Google Shape;2011;p30"/>
          <p:cNvSpPr txBox="1"/>
          <p:nvPr>
            <p:ph idx="7" type="subTitle"/>
          </p:nvPr>
        </p:nvSpPr>
        <p:spPr>
          <a:xfrm>
            <a:off x="720025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2" name="Google Shape;2012;p30"/>
          <p:cNvSpPr txBox="1"/>
          <p:nvPr>
            <p:ph idx="8" type="subTitle"/>
          </p:nvPr>
        </p:nvSpPr>
        <p:spPr>
          <a:xfrm>
            <a:off x="3412853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3" name="Google Shape;2013;p30"/>
          <p:cNvSpPr txBox="1"/>
          <p:nvPr>
            <p:ph idx="9" type="subTitle"/>
          </p:nvPr>
        </p:nvSpPr>
        <p:spPr>
          <a:xfrm>
            <a:off x="6105696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4" name="Google Shape;2014;p30"/>
          <p:cNvSpPr txBox="1"/>
          <p:nvPr>
            <p:ph idx="13" type="subTitle"/>
          </p:nvPr>
        </p:nvSpPr>
        <p:spPr>
          <a:xfrm>
            <a:off x="720025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5" name="Google Shape;2015;p30"/>
          <p:cNvSpPr txBox="1"/>
          <p:nvPr>
            <p:ph idx="14" type="subTitle"/>
          </p:nvPr>
        </p:nvSpPr>
        <p:spPr>
          <a:xfrm>
            <a:off x="3412853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6" name="Google Shape;2016;p30"/>
          <p:cNvSpPr txBox="1"/>
          <p:nvPr>
            <p:ph idx="15" type="subTitle"/>
          </p:nvPr>
        </p:nvSpPr>
        <p:spPr>
          <a:xfrm>
            <a:off x="6105696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8" name="Google Shape;2018;p31"/>
          <p:cNvGrpSpPr/>
          <p:nvPr/>
        </p:nvGrpSpPr>
        <p:grpSpPr>
          <a:xfrm flipH="1" rot="5400000">
            <a:off x="139694" y="3969420"/>
            <a:ext cx="1146819" cy="548812"/>
            <a:chOff x="126925" y="511427"/>
            <a:chExt cx="697154" cy="333625"/>
          </a:xfrm>
        </p:grpSpPr>
        <p:sp>
          <p:nvSpPr>
            <p:cNvPr id="2019" name="Google Shape;2019;p3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5" name="Google Shape;2055;p31"/>
          <p:cNvGrpSpPr/>
          <p:nvPr/>
        </p:nvGrpSpPr>
        <p:grpSpPr>
          <a:xfrm flipH="1" rot="10800000">
            <a:off x="8144257" y="313099"/>
            <a:ext cx="407031" cy="431553"/>
            <a:chOff x="5639106" y="643680"/>
            <a:chExt cx="246148" cy="260978"/>
          </a:xfrm>
        </p:grpSpPr>
        <p:sp>
          <p:nvSpPr>
            <p:cNvPr id="2056" name="Google Shape;2056;p3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8" name="Google Shape;2058;p31"/>
          <p:cNvSpPr/>
          <p:nvPr/>
        </p:nvSpPr>
        <p:spPr>
          <a:xfrm flipH="1" rot="10800000">
            <a:off x="1159422" y="223112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31"/>
          <p:cNvSpPr/>
          <p:nvPr/>
        </p:nvSpPr>
        <p:spPr>
          <a:xfrm flipH="1" rot="10800000">
            <a:off x="8468956" y="80602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31"/>
          <p:cNvGrpSpPr/>
          <p:nvPr/>
        </p:nvGrpSpPr>
        <p:grpSpPr>
          <a:xfrm flipH="1" rot="10800000">
            <a:off x="7956675" y="3483475"/>
            <a:ext cx="1999366" cy="1996853"/>
            <a:chOff x="1261508" y="230234"/>
            <a:chExt cx="842548" cy="841489"/>
          </a:xfrm>
        </p:grpSpPr>
        <p:sp>
          <p:nvSpPr>
            <p:cNvPr id="2061" name="Google Shape;2061;p3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31"/>
          <p:cNvGrpSpPr/>
          <p:nvPr/>
        </p:nvGrpSpPr>
        <p:grpSpPr>
          <a:xfrm flipH="1" rot="10800000">
            <a:off x="-716375" y="223100"/>
            <a:ext cx="1999366" cy="1996853"/>
            <a:chOff x="1261508" y="230234"/>
            <a:chExt cx="842548" cy="841489"/>
          </a:xfrm>
        </p:grpSpPr>
        <p:sp>
          <p:nvSpPr>
            <p:cNvPr id="2067" name="Google Shape;2067;p3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2" name="Google Shape;2072;p31"/>
          <p:cNvSpPr txBox="1"/>
          <p:nvPr>
            <p:ph hasCustomPrompt="1" type="title"/>
          </p:nvPr>
        </p:nvSpPr>
        <p:spPr>
          <a:xfrm>
            <a:off x="1995117" y="540000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73" name="Google Shape;2073;p31"/>
          <p:cNvSpPr txBox="1"/>
          <p:nvPr>
            <p:ph idx="1" type="subTitle"/>
          </p:nvPr>
        </p:nvSpPr>
        <p:spPr>
          <a:xfrm>
            <a:off x="1995072" y="1426189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74" name="Google Shape;2074;p31"/>
          <p:cNvSpPr txBox="1"/>
          <p:nvPr>
            <p:ph hasCustomPrompt="1" idx="2" type="title"/>
          </p:nvPr>
        </p:nvSpPr>
        <p:spPr>
          <a:xfrm>
            <a:off x="1995183" y="1914762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75" name="Google Shape;2075;p31"/>
          <p:cNvSpPr txBox="1"/>
          <p:nvPr>
            <p:ph idx="3" type="subTitle"/>
          </p:nvPr>
        </p:nvSpPr>
        <p:spPr>
          <a:xfrm>
            <a:off x="1995050" y="2800948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76" name="Google Shape;2076;p31"/>
          <p:cNvSpPr txBox="1"/>
          <p:nvPr>
            <p:ph hasCustomPrompt="1" idx="4" type="title"/>
          </p:nvPr>
        </p:nvSpPr>
        <p:spPr>
          <a:xfrm>
            <a:off x="1995183" y="3289524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77" name="Google Shape;2077;p31"/>
          <p:cNvSpPr txBox="1"/>
          <p:nvPr>
            <p:ph idx="5" type="subTitle"/>
          </p:nvPr>
        </p:nvSpPr>
        <p:spPr>
          <a:xfrm>
            <a:off x="1995072" y="4175734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7_1_1"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9" name="Google Shape;2079;p32"/>
          <p:cNvGrpSpPr/>
          <p:nvPr/>
        </p:nvGrpSpPr>
        <p:grpSpPr>
          <a:xfrm rot="5400000">
            <a:off x="-121356" y="1590646"/>
            <a:ext cx="1146819" cy="548812"/>
            <a:chOff x="126925" y="511427"/>
            <a:chExt cx="697154" cy="333625"/>
          </a:xfrm>
        </p:grpSpPr>
        <p:sp>
          <p:nvSpPr>
            <p:cNvPr id="2080" name="Google Shape;2080;p3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6" name="Google Shape;2116;p32"/>
          <p:cNvGrpSpPr/>
          <p:nvPr/>
        </p:nvGrpSpPr>
        <p:grpSpPr>
          <a:xfrm>
            <a:off x="439147" y="350431"/>
            <a:ext cx="287314" cy="379145"/>
            <a:chOff x="3216099" y="239444"/>
            <a:chExt cx="173751" cy="229285"/>
          </a:xfrm>
        </p:grpSpPr>
        <p:sp>
          <p:nvSpPr>
            <p:cNvPr id="2117" name="Google Shape;2117;p3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9" name="Google Shape;2119;p32"/>
          <p:cNvGrpSpPr/>
          <p:nvPr/>
        </p:nvGrpSpPr>
        <p:grpSpPr>
          <a:xfrm>
            <a:off x="8592607" y="4466051"/>
            <a:ext cx="407031" cy="431553"/>
            <a:chOff x="5639106" y="643680"/>
            <a:chExt cx="246148" cy="260978"/>
          </a:xfrm>
        </p:grpSpPr>
        <p:sp>
          <p:nvSpPr>
            <p:cNvPr id="2120" name="Google Shape;2120;p32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2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2" name="Google Shape;2122;p32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32"/>
          <p:cNvSpPr/>
          <p:nvPr/>
        </p:nvSpPr>
        <p:spPr>
          <a:xfrm>
            <a:off x="8468956" y="48178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4" name="Google Shape;2124;p32"/>
          <p:cNvGrpSpPr/>
          <p:nvPr/>
        </p:nvGrpSpPr>
        <p:grpSpPr>
          <a:xfrm>
            <a:off x="8424000" y="574900"/>
            <a:ext cx="1999366" cy="1996853"/>
            <a:chOff x="1261508" y="230234"/>
            <a:chExt cx="842548" cy="841489"/>
          </a:xfrm>
        </p:grpSpPr>
        <p:sp>
          <p:nvSpPr>
            <p:cNvPr id="2125" name="Google Shape;2125;p3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0" name="Google Shape;2130;p32"/>
          <p:cNvGrpSpPr/>
          <p:nvPr/>
        </p:nvGrpSpPr>
        <p:grpSpPr>
          <a:xfrm>
            <a:off x="-286588" y="4466050"/>
            <a:ext cx="1999366" cy="1996853"/>
            <a:chOff x="1261508" y="230234"/>
            <a:chExt cx="842548" cy="841489"/>
          </a:xfrm>
        </p:grpSpPr>
        <p:sp>
          <p:nvSpPr>
            <p:cNvPr id="2131" name="Google Shape;2131;p3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6" name="Google Shape;2136;p32"/>
          <p:cNvGrpSpPr/>
          <p:nvPr/>
        </p:nvGrpSpPr>
        <p:grpSpPr>
          <a:xfrm>
            <a:off x="8133582" y="143351"/>
            <a:ext cx="407031" cy="431553"/>
            <a:chOff x="5639106" y="643680"/>
            <a:chExt cx="246148" cy="260978"/>
          </a:xfrm>
        </p:grpSpPr>
        <p:sp>
          <p:nvSpPr>
            <p:cNvPr id="2137" name="Google Shape;2137;p32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2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9" name="Google Shape;2139;p3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0" name="Google Shape;2140;p32"/>
          <p:cNvSpPr txBox="1"/>
          <p:nvPr>
            <p:ph idx="1" type="subTitle"/>
          </p:nvPr>
        </p:nvSpPr>
        <p:spPr>
          <a:xfrm>
            <a:off x="958104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1" name="Google Shape;2141;p32"/>
          <p:cNvSpPr txBox="1"/>
          <p:nvPr>
            <p:ph idx="2" type="subTitle"/>
          </p:nvPr>
        </p:nvSpPr>
        <p:spPr>
          <a:xfrm>
            <a:off x="6270107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2" name="Google Shape;2142;p32"/>
          <p:cNvSpPr txBox="1"/>
          <p:nvPr>
            <p:ph idx="3" type="subTitle"/>
          </p:nvPr>
        </p:nvSpPr>
        <p:spPr>
          <a:xfrm>
            <a:off x="3614112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3" name="Google Shape;2143;p32"/>
          <p:cNvSpPr txBox="1"/>
          <p:nvPr>
            <p:ph idx="4" type="subTitle"/>
          </p:nvPr>
        </p:nvSpPr>
        <p:spPr>
          <a:xfrm>
            <a:off x="958100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p32"/>
          <p:cNvSpPr txBox="1"/>
          <p:nvPr>
            <p:ph idx="5" type="subTitle"/>
          </p:nvPr>
        </p:nvSpPr>
        <p:spPr>
          <a:xfrm>
            <a:off x="3614112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5" name="Google Shape;2145;p32"/>
          <p:cNvSpPr txBox="1"/>
          <p:nvPr>
            <p:ph idx="6" type="subTitle"/>
          </p:nvPr>
        </p:nvSpPr>
        <p:spPr>
          <a:xfrm>
            <a:off x="6270111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6" name="Google Shape;2146;p32"/>
          <p:cNvSpPr txBox="1"/>
          <p:nvPr>
            <p:ph hasCustomPrompt="1" idx="7" type="title"/>
          </p:nvPr>
        </p:nvSpPr>
        <p:spPr>
          <a:xfrm>
            <a:off x="1465216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47" name="Google Shape;2147;p32"/>
          <p:cNvSpPr txBox="1"/>
          <p:nvPr>
            <p:ph hasCustomPrompt="1" idx="8" type="title"/>
          </p:nvPr>
        </p:nvSpPr>
        <p:spPr>
          <a:xfrm>
            <a:off x="4121169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48" name="Google Shape;2148;p32"/>
          <p:cNvSpPr txBox="1"/>
          <p:nvPr>
            <p:ph hasCustomPrompt="1" idx="9" type="title"/>
          </p:nvPr>
        </p:nvSpPr>
        <p:spPr>
          <a:xfrm>
            <a:off x="6777109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3"/>
          <p:cNvGrpSpPr/>
          <p:nvPr/>
        </p:nvGrpSpPr>
        <p:grpSpPr>
          <a:xfrm>
            <a:off x="7615119" y="4454096"/>
            <a:ext cx="1146819" cy="548812"/>
            <a:chOff x="126925" y="511427"/>
            <a:chExt cx="697154" cy="333625"/>
          </a:xfrm>
        </p:grpSpPr>
        <p:sp>
          <p:nvSpPr>
            <p:cNvPr id="2151" name="Google Shape;2151;p3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7" name="Google Shape;2187;p33"/>
          <p:cNvGrpSpPr/>
          <p:nvPr/>
        </p:nvGrpSpPr>
        <p:grpSpPr>
          <a:xfrm>
            <a:off x="2971250" y="-1074850"/>
            <a:ext cx="1999366" cy="1996853"/>
            <a:chOff x="1261508" y="230234"/>
            <a:chExt cx="842548" cy="841489"/>
          </a:xfrm>
        </p:grpSpPr>
        <p:sp>
          <p:nvSpPr>
            <p:cNvPr id="2188" name="Google Shape;2188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3" name="Google Shape;2193;p33"/>
          <p:cNvGrpSpPr/>
          <p:nvPr/>
        </p:nvGrpSpPr>
        <p:grpSpPr>
          <a:xfrm>
            <a:off x="-1007450" y="2571750"/>
            <a:ext cx="1999366" cy="1996853"/>
            <a:chOff x="1261508" y="230234"/>
            <a:chExt cx="842548" cy="841489"/>
          </a:xfrm>
        </p:grpSpPr>
        <p:sp>
          <p:nvSpPr>
            <p:cNvPr id="2194" name="Google Shape;2194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9" name="Google Shape;2199;p33"/>
          <p:cNvSpPr/>
          <p:nvPr/>
        </p:nvSpPr>
        <p:spPr>
          <a:xfrm>
            <a:off x="8247481" y="386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0" name="Google Shape;2200;p33"/>
          <p:cNvGrpSpPr/>
          <p:nvPr/>
        </p:nvGrpSpPr>
        <p:grpSpPr>
          <a:xfrm>
            <a:off x="2391150" y="4501300"/>
            <a:ext cx="1999366" cy="1996853"/>
            <a:chOff x="1261508" y="230234"/>
            <a:chExt cx="842548" cy="841489"/>
          </a:xfrm>
        </p:grpSpPr>
        <p:sp>
          <p:nvSpPr>
            <p:cNvPr id="2201" name="Google Shape;2201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6" name="Google Shape;2206;p33"/>
          <p:cNvSpPr txBox="1"/>
          <p:nvPr>
            <p:ph idx="1" type="subTitle"/>
          </p:nvPr>
        </p:nvSpPr>
        <p:spPr>
          <a:xfrm>
            <a:off x="4572000" y="1453844"/>
            <a:ext cx="3852000" cy="10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7" name="Google Shape;2207;p33"/>
          <p:cNvSpPr txBox="1"/>
          <p:nvPr>
            <p:ph type="ctrTitle"/>
          </p:nvPr>
        </p:nvSpPr>
        <p:spPr>
          <a:xfrm flipH="1">
            <a:off x="4572275" y="612439"/>
            <a:ext cx="3852000" cy="9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08" name="Google Shape;2208;p33"/>
          <p:cNvSpPr txBox="1"/>
          <p:nvPr/>
        </p:nvSpPr>
        <p:spPr>
          <a:xfrm>
            <a:off x="4887225" y="3198625"/>
            <a:ext cx="32169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0" name="Google Shape;2210;p34"/>
          <p:cNvGrpSpPr/>
          <p:nvPr/>
        </p:nvGrpSpPr>
        <p:grpSpPr>
          <a:xfrm rot="-5400000">
            <a:off x="8124994" y="2297346"/>
            <a:ext cx="1146819" cy="548812"/>
            <a:chOff x="126925" y="511427"/>
            <a:chExt cx="697154" cy="333625"/>
          </a:xfrm>
        </p:grpSpPr>
        <p:sp>
          <p:nvSpPr>
            <p:cNvPr id="2211" name="Google Shape;2211;p3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7" name="Google Shape;2247;p34"/>
          <p:cNvGrpSpPr/>
          <p:nvPr/>
        </p:nvGrpSpPr>
        <p:grpSpPr>
          <a:xfrm>
            <a:off x="245697" y="3349556"/>
            <a:ext cx="287314" cy="379145"/>
            <a:chOff x="3216099" y="239444"/>
            <a:chExt cx="173751" cy="229285"/>
          </a:xfrm>
        </p:grpSpPr>
        <p:sp>
          <p:nvSpPr>
            <p:cNvPr id="2248" name="Google Shape;2248;p3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0" name="Google Shape;2250;p34"/>
          <p:cNvSpPr/>
          <p:nvPr/>
        </p:nvSpPr>
        <p:spPr>
          <a:xfrm>
            <a:off x="440072" y="5688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1" name="Google Shape;2251;p34"/>
          <p:cNvGrpSpPr/>
          <p:nvPr/>
        </p:nvGrpSpPr>
        <p:grpSpPr>
          <a:xfrm>
            <a:off x="-846275" y="878675"/>
            <a:ext cx="1999366" cy="1996853"/>
            <a:chOff x="1261508" y="230234"/>
            <a:chExt cx="842548" cy="841489"/>
          </a:xfrm>
        </p:grpSpPr>
        <p:sp>
          <p:nvSpPr>
            <p:cNvPr id="2252" name="Google Shape;2252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7" name="Google Shape;2257;p34"/>
          <p:cNvGrpSpPr/>
          <p:nvPr/>
        </p:nvGrpSpPr>
        <p:grpSpPr>
          <a:xfrm>
            <a:off x="5586925" y="-1152625"/>
            <a:ext cx="1999366" cy="1996853"/>
            <a:chOff x="1261508" y="230234"/>
            <a:chExt cx="842548" cy="841489"/>
          </a:xfrm>
        </p:grpSpPr>
        <p:sp>
          <p:nvSpPr>
            <p:cNvPr id="2258" name="Google Shape;2258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3" name="Google Shape;2263;p34"/>
          <p:cNvGrpSpPr/>
          <p:nvPr/>
        </p:nvGrpSpPr>
        <p:grpSpPr>
          <a:xfrm>
            <a:off x="8414552" y="302549"/>
            <a:ext cx="370511" cy="388130"/>
            <a:chOff x="5661192" y="669940"/>
            <a:chExt cx="224063" cy="234718"/>
          </a:xfrm>
        </p:grpSpPr>
        <p:sp>
          <p:nvSpPr>
            <p:cNvPr id="2264" name="Google Shape;2264;p34"/>
            <p:cNvSpPr/>
            <p:nvPr/>
          </p:nvSpPr>
          <p:spPr>
            <a:xfrm>
              <a:off x="5661192" y="669940"/>
              <a:ext cx="125215" cy="148858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4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6" name="Google Shape;2266;p34"/>
          <p:cNvGrpSpPr/>
          <p:nvPr/>
        </p:nvGrpSpPr>
        <p:grpSpPr>
          <a:xfrm>
            <a:off x="8554747" y="4559981"/>
            <a:ext cx="287314" cy="379145"/>
            <a:chOff x="3216099" y="239444"/>
            <a:chExt cx="173751" cy="229285"/>
          </a:xfrm>
        </p:grpSpPr>
        <p:sp>
          <p:nvSpPr>
            <p:cNvPr id="2267" name="Google Shape;2267;p3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9" name="Google Shape;2269;p34"/>
          <p:cNvGrpSpPr/>
          <p:nvPr/>
        </p:nvGrpSpPr>
        <p:grpSpPr>
          <a:xfrm>
            <a:off x="3224075" y="4559975"/>
            <a:ext cx="1999366" cy="1996853"/>
            <a:chOff x="1261508" y="230234"/>
            <a:chExt cx="842548" cy="841489"/>
          </a:xfrm>
        </p:grpSpPr>
        <p:sp>
          <p:nvSpPr>
            <p:cNvPr id="2270" name="Google Shape;2270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35"/>
          <p:cNvGrpSpPr/>
          <p:nvPr/>
        </p:nvGrpSpPr>
        <p:grpSpPr>
          <a:xfrm>
            <a:off x="7033144" y="4389208"/>
            <a:ext cx="1146819" cy="548812"/>
            <a:chOff x="126925" y="511427"/>
            <a:chExt cx="697154" cy="333625"/>
          </a:xfrm>
        </p:grpSpPr>
        <p:sp>
          <p:nvSpPr>
            <p:cNvPr id="2277" name="Google Shape;2277;p3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3" name="Google Shape;2313;p35"/>
          <p:cNvGrpSpPr/>
          <p:nvPr/>
        </p:nvGrpSpPr>
        <p:grpSpPr>
          <a:xfrm>
            <a:off x="343935" y="624181"/>
            <a:ext cx="287314" cy="379145"/>
            <a:chOff x="3216099" y="239444"/>
            <a:chExt cx="173751" cy="229285"/>
          </a:xfrm>
        </p:grpSpPr>
        <p:sp>
          <p:nvSpPr>
            <p:cNvPr id="2314" name="Google Shape;2314;p3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6" name="Google Shape;2316;p35"/>
          <p:cNvSpPr/>
          <p:nvPr/>
        </p:nvSpPr>
        <p:spPr>
          <a:xfrm>
            <a:off x="333122" y="1904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7" name="Google Shape;2317;p35"/>
          <p:cNvGrpSpPr/>
          <p:nvPr/>
        </p:nvGrpSpPr>
        <p:grpSpPr>
          <a:xfrm>
            <a:off x="3915425" y="-879050"/>
            <a:ext cx="1999366" cy="1996853"/>
            <a:chOff x="1261508" y="230234"/>
            <a:chExt cx="842548" cy="841489"/>
          </a:xfrm>
        </p:grpSpPr>
        <p:sp>
          <p:nvSpPr>
            <p:cNvPr id="2318" name="Google Shape;2318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3" name="Google Shape;2323;p35"/>
          <p:cNvGrpSpPr/>
          <p:nvPr/>
        </p:nvGrpSpPr>
        <p:grpSpPr>
          <a:xfrm>
            <a:off x="333125" y="4047550"/>
            <a:ext cx="1999366" cy="1996853"/>
            <a:chOff x="1261508" y="230234"/>
            <a:chExt cx="842548" cy="841489"/>
          </a:xfrm>
        </p:grpSpPr>
        <p:sp>
          <p:nvSpPr>
            <p:cNvPr id="2324" name="Google Shape;2324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9" name="Google Shape;2329;p35"/>
          <p:cNvGrpSpPr/>
          <p:nvPr/>
        </p:nvGrpSpPr>
        <p:grpSpPr>
          <a:xfrm>
            <a:off x="8325407" y="259126"/>
            <a:ext cx="407031" cy="431553"/>
            <a:chOff x="5639106" y="643680"/>
            <a:chExt cx="246148" cy="260978"/>
          </a:xfrm>
        </p:grpSpPr>
        <p:sp>
          <p:nvSpPr>
            <p:cNvPr id="2330" name="Google Shape;2330;p3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2" name="Google Shape;2332;p35"/>
          <p:cNvGrpSpPr/>
          <p:nvPr/>
        </p:nvGrpSpPr>
        <p:grpSpPr>
          <a:xfrm>
            <a:off x="8732447" y="4317331"/>
            <a:ext cx="287314" cy="379145"/>
            <a:chOff x="3216099" y="239444"/>
            <a:chExt cx="173751" cy="229285"/>
          </a:xfrm>
        </p:grpSpPr>
        <p:sp>
          <p:nvSpPr>
            <p:cNvPr id="2333" name="Google Shape;2333;p3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5" name="Google Shape;2335;p35"/>
          <p:cNvGrpSpPr/>
          <p:nvPr/>
        </p:nvGrpSpPr>
        <p:grpSpPr>
          <a:xfrm>
            <a:off x="7941237" y="821025"/>
            <a:ext cx="1999366" cy="1996853"/>
            <a:chOff x="1261508" y="230234"/>
            <a:chExt cx="842548" cy="841489"/>
          </a:xfrm>
        </p:grpSpPr>
        <p:sp>
          <p:nvSpPr>
            <p:cNvPr id="2336" name="Google Shape;2336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3"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36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google.com/spreadsheets/d/1wOCyCoLWcqsVFqRG5NNDBkGsRbBYWdCCPIXRHoly69A/edit?usp=shar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37"/>
          <p:cNvSpPr txBox="1"/>
          <p:nvPr>
            <p:ph type="title"/>
          </p:nvPr>
        </p:nvSpPr>
        <p:spPr>
          <a:xfrm>
            <a:off x="713100" y="2388038"/>
            <a:ext cx="4213200" cy="7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NanoShine</a:t>
            </a:r>
            <a:endParaRPr/>
          </a:p>
        </p:txBody>
      </p:sp>
      <p:sp>
        <p:nvSpPr>
          <p:cNvPr id="2348" name="Google Shape;2348;p37"/>
          <p:cNvSpPr txBox="1"/>
          <p:nvPr>
            <p:ph idx="1" type="subTitle"/>
          </p:nvPr>
        </p:nvSpPr>
        <p:spPr>
          <a:xfrm>
            <a:off x="713100" y="3260199"/>
            <a:ext cx="42132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 goodbye to plaque </a:t>
            </a:r>
            <a:r>
              <a:rPr lang="en"/>
              <a:t>and</a:t>
            </a:r>
            <a:r>
              <a:rPr lang="en"/>
              <a:t> caries!</a:t>
            </a:r>
            <a:endParaRPr/>
          </a:p>
        </p:txBody>
      </p:sp>
      <p:grpSp>
        <p:nvGrpSpPr>
          <p:cNvPr id="2349" name="Google Shape;2349;p37"/>
          <p:cNvGrpSpPr/>
          <p:nvPr/>
        </p:nvGrpSpPr>
        <p:grpSpPr>
          <a:xfrm>
            <a:off x="6126689" y="1651741"/>
            <a:ext cx="1023634" cy="1608311"/>
            <a:chOff x="4138133" y="3607168"/>
            <a:chExt cx="236722" cy="379444"/>
          </a:xfrm>
        </p:grpSpPr>
        <p:sp>
          <p:nvSpPr>
            <p:cNvPr id="2350" name="Google Shape;2350;p37"/>
            <p:cNvSpPr/>
            <p:nvPr/>
          </p:nvSpPr>
          <p:spPr>
            <a:xfrm>
              <a:off x="4217177" y="3782744"/>
              <a:ext cx="79877" cy="93501"/>
            </a:xfrm>
            <a:custGeom>
              <a:rect b="b" l="l" r="r" t="t"/>
              <a:pathLst>
                <a:path extrusionOk="0" h="2251" w="1923">
                  <a:moveTo>
                    <a:pt x="1379" y="128"/>
                  </a:moveTo>
                  <a:cubicBezTo>
                    <a:pt x="1399" y="128"/>
                    <a:pt x="1418" y="130"/>
                    <a:pt x="1436" y="134"/>
                  </a:cubicBezTo>
                  <a:cubicBezTo>
                    <a:pt x="1664" y="239"/>
                    <a:pt x="1793" y="547"/>
                    <a:pt x="1769" y="781"/>
                  </a:cubicBezTo>
                  <a:cubicBezTo>
                    <a:pt x="1793" y="1033"/>
                    <a:pt x="1590" y="1212"/>
                    <a:pt x="1485" y="1446"/>
                  </a:cubicBezTo>
                  <a:cubicBezTo>
                    <a:pt x="1461" y="1575"/>
                    <a:pt x="1541" y="1674"/>
                    <a:pt x="1541" y="1803"/>
                  </a:cubicBezTo>
                  <a:cubicBezTo>
                    <a:pt x="1549" y="2023"/>
                    <a:pt x="1515" y="2104"/>
                    <a:pt x="1462" y="2104"/>
                  </a:cubicBezTo>
                  <a:cubicBezTo>
                    <a:pt x="1346" y="2104"/>
                    <a:pt x="1137" y="1724"/>
                    <a:pt x="1048" y="1551"/>
                  </a:cubicBezTo>
                  <a:cubicBezTo>
                    <a:pt x="1024" y="1524"/>
                    <a:pt x="1002" y="1512"/>
                    <a:pt x="979" y="1512"/>
                  </a:cubicBezTo>
                  <a:cubicBezTo>
                    <a:pt x="819" y="1512"/>
                    <a:pt x="685" y="2120"/>
                    <a:pt x="521" y="2120"/>
                  </a:cubicBezTo>
                  <a:cubicBezTo>
                    <a:pt x="510" y="2120"/>
                    <a:pt x="499" y="2117"/>
                    <a:pt x="488" y="2111"/>
                  </a:cubicBezTo>
                  <a:cubicBezTo>
                    <a:pt x="408" y="2087"/>
                    <a:pt x="488" y="1649"/>
                    <a:pt x="463" y="1421"/>
                  </a:cubicBezTo>
                  <a:cubicBezTo>
                    <a:pt x="254" y="1113"/>
                    <a:pt x="1" y="701"/>
                    <a:pt x="229" y="344"/>
                  </a:cubicBezTo>
                  <a:cubicBezTo>
                    <a:pt x="338" y="176"/>
                    <a:pt x="438" y="129"/>
                    <a:pt x="541" y="129"/>
                  </a:cubicBezTo>
                  <a:cubicBezTo>
                    <a:pt x="674" y="129"/>
                    <a:pt x="811" y="207"/>
                    <a:pt x="975" y="207"/>
                  </a:cubicBezTo>
                  <a:cubicBezTo>
                    <a:pt x="1016" y="207"/>
                    <a:pt x="1059" y="202"/>
                    <a:pt x="1103" y="190"/>
                  </a:cubicBezTo>
                  <a:cubicBezTo>
                    <a:pt x="1185" y="169"/>
                    <a:pt x="1287" y="128"/>
                    <a:pt x="1379" y="128"/>
                  </a:cubicBezTo>
                  <a:close/>
                  <a:moveTo>
                    <a:pt x="525" y="0"/>
                  </a:moveTo>
                  <a:cubicBezTo>
                    <a:pt x="495" y="0"/>
                    <a:pt x="464" y="3"/>
                    <a:pt x="432" y="11"/>
                  </a:cubicBezTo>
                  <a:cubicBezTo>
                    <a:pt x="180" y="85"/>
                    <a:pt x="1" y="417"/>
                    <a:pt x="1" y="676"/>
                  </a:cubicBezTo>
                  <a:cubicBezTo>
                    <a:pt x="1" y="1009"/>
                    <a:pt x="229" y="1292"/>
                    <a:pt x="309" y="1495"/>
                  </a:cubicBezTo>
                  <a:cubicBezTo>
                    <a:pt x="383" y="1674"/>
                    <a:pt x="254" y="2167"/>
                    <a:pt x="432" y="2241"/>
                  </a:cubicBezTo>
                  <a:cubicBezTo>
                    <a:pt x="449" y="2247"/>
                    <a:pt x="467" y="2250"/>
                    <a:pt x="484" y="2250"/>
                  </a:cubicBezTo>
                  <a:cubicBezTo>
                    <a:pt x="595" y="2250"/>
                    <a:pt x="702" y="2126"/>
                    <a:pt x="771" y="2062"/>
                  </a:cubicBezTo>
                  <a:cubicBezTo>
                    <a:pt x="845" y="1933"/>
                    <a:pt x="894" y="1779"/>
                    <a:pt x="950" y="1649"/>
                  </a:cubicBezTo>
                  <a:cubicBezTo>
                    <a:pt x="1020" y="1773"/>
                    <a:pt x="1214" y="2244"/>
                    <a:pt x="1472" y="2244"/>
                  </a:cubicBezTo>
                  <a:cubicBezTo>
                    <a:pt x="1485" y="2244"/>
                    <a:pt x="1497" y="2243"/>
                    <a:pt x="1510" y="2241"/>
                  </a:cubicBezTo>
                  <a:cubicBezTo>
                    <a:pt x="1744" y="2191"/>
                    <a:pt x="1615" y="1754"/>
                    <a:pt x="1590" y="1551"/>
                  </a:cubicBezTo>
                  <a:cubicBezTo>
                    <a:pt x="1590" y="1471"/>
                    <a:pt x="1639" y="1397"/>
                    <a:pt x="1695" y="1317"/>
                  </a:cubicBezTo>
                  <a:cubicBezTo>
                    <a:pt x="1793" y="1138"/>
                    <a:pt x="1923" y="959"/>
                    <a:pt x="1898" y="750"/>
                  </a:cubicBezTo>
                  <a:cubicBezTo>
                    <a:pt x="1898" y="473"/>
                    <a:pt x="1769" y="85"/>
                    <a:pt x="1485" y="11"/>
                  </a:cubicBezTo>
                  <a:cubicBezTo>
                    <a:pt x="1461" y="6"/>
                    <a:pt x="1437" y="4"/>
                    <a:pt x="1414" y="4"/>
                  </a:cubicBezTo>
                  <a:cubicBezTo>
                    <a:pt x="1290" y="4"/>
                    <a:pt x="1178" y="64"/>
                    <a:pt x="1048" y="85"/>
                  </a:cubicBezTo>
                  <a:cubicBezTo>
                    <a:pt x="1023" y="91"/>
                    <a:pt x="998" y="94"/>
                    <a:pt x="974" y="94"/>
                  </a:cubicBezTo>
                  <a:cubicBezTo>
                    <a:pt x="827" y="94"/>
                    <a:pt x="688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7"/>
            <p:cNvSpPr/>
            <p:nvPr/>
          </p:nvSpPr>
          <p:spPr>
            <a:xfrm>
              <a:off x="4185236" y="3757614"/>
              <a:ext cx="142764" cy="143803"/>
            </a:xfrm>
            <a:custGeom>
              <a:rect b="b" l="l" r="r" t="t"/>
              <a:pathLst>
                <a:path extrusionOk="0" h="3462" w="3437">
                  <a:moveTo>
                    <a:pt x="3308" y="123"/>
                  </a:moveTo>
                  <a:lnTo>
                    <a:pt x="3308" y="3332"/>
                  </a:lnTo>
                  <a:lnTo>
                    <a:pt x="123" y="3332"/>
                  </a:lnTo>
                  <a:lnTo>
                    <a:pt x="123" y="123"/>
                  </a:lnTo>
                  <a:close/>
                  <a:moveTo>
                    <a:pt x="0" y="0"/>
                  </a:moveTo>
                  <a:lnTo>
                    <a:pt x="0" y="3461"/>
                  </a:lnTo>
                  <a:lnTo>
                    <a:pt x="3437" y="3461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7"/>
            <p:cNvSpPr/>
            <p:nvPr/>
          </p:nvSpPr>
          <p:spPr>
            <a:xfrm>
              <a:off x="4212858" y="3607168"/>
              <a:ext cx="87520" cy="80126"/>
            </a:xfrm>
            <a:custGeom>
              <a:rect b="b" l="l" r="r" t="t"/>
              <a:pathLst>
                <a:path extrusionOk="0" h="1929" w="2107">
                  <a:moveTo>
                    <a:pt x="998" y="0"/>
                  </a:moveTo>
                  <a:cubicBezTo>
                    <a:pt x="333" y="0"/>
                    <a:pt x="25" y="154"/>
                    <a:pt x="25" y="179"/>
                  </a:cubicBezTo>
                  <a:lnTo>
                    <a:pt x="0" y="179"/>
                  </a:lnTo>
                  <a:lnTo>
                    <a:pt x="0" y="1897"/>
                  </a:lnTo>
                  <a:lnTo>
                    <a:pt x="130" y="1897"/>
                  </a:lnTo>
                  <a:lnTo>
                    <a:pt x="130" y="259"/>
                  </a:lnTo>
                  <a:cubicBezTo>
                    <a:pt x="204" y="234"/>
                    <a:pt x="487" y="130"/>
                    <a:pt x="998" y="130"/>
                  </a:cubicBezTo>
                  <a:cubicBezTo>
                    <a:pt x="1669" y="130"/>
                    <a:pt x="1922" y="259"/>
                    <a:pt x="1977" y="284"/>
                  </a:cubicBezTo>
                  <a:lnTo>
                    <a:pt x="1977" y="1928"/>
                  </a:lnTo>
                  <a:lnTo>
                    <a:pt x="2107" y="1928"/>
                  </a:lnTo>
                  <a:lnTo>
                    <a:pt x="2107" y="234"/>
                  </a:lnTo>
                  <a:lnTo>
                    <a:pt x="2107" y="204"/>
                  </a:lnTo>
                  <a:cubicBezTo>
                    <a:pt x="2076" y="179"/>
                    <a:pt x="1873" y="0"/>
                    <a:pt x="9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37"/>
            <p:cNvSpPr/>
            <p:nvPr/>
          </p:nvSpPr>
          <p:spPr>
            <a:xfrm>
              <a:off x="4138133" y="3683928"/>
              <a:ext cx="236722" cy="302684"/>
            </a:xfrm>
            <a:custGeom>
              <a:rect b="b" l="l" r="r" t="t"/>
              <a:pathLst>
                <a:path extrusionOk="0" h="7287" w="5699">
                  <a:moveTo>
                    <a:pt x="4392" y="130"/>
                  </a:moveTo>
                  <a:cubicBezTo>
                    <a:pt x="4571" y="130"/>
                    <a:pt x="4725" y="203"/>
                    <a:pt x="4854" y="333"/>
                  </a:cubicBezTo>
                  <a:cubicBezTo>
                    <a:pt x="5008" y="487"/>
                    <a:pt x="5211" y="721"/>
                    <a:pt x="5292" y="973"/>
                  </a:cubicBezTo>
                  <a:cubicBezTo>
                    <a:pt x="5341" y="1232"/>
                    <a:pt x="5316" y="3006"/>
                    <a:pt x="5292" y="4287"/>
                  </a:cubicBezTo>
                  <a:cubicBezTo>
                    <a:pt x="5261" y="5316"/>
                    <a:pt x="5261" y="5901"/>
                    <a:pt x="5292" y="6005"/>
                  </a:cubicBezTo>
                  <a:cubicBezTo>
                    <a:pt x="5292" y="6085"/>
                    <a:pt x="5341" y="6159"/>
                    <a:pt x="5365" y="6264"/>
                  </a:cubicBezTo>
                  <a:cubicBezTo>
                    <a:pt x="5470" y="6443"/>
                    <a:pt x="5544" y="6646"/>
                    <a:pt x="5495" y="6751"/>
                  </a:cubicBezTo>
                  <a:cubicBezTo>
                    <a:pt x="5292" y="7083"/>
                    <a:pt x="4904" y="7133"/>
                    <a:pt x="4645" y="7163"/>
                  </a:cubicBezTo>
                  <a:lnTo>
                    <a:pt x="1054" y="7163"/>
                  </a:lnTo>
                  <a:cubicBezTo>
                    <a:pt x="795" y="7133"/>
                    <a:pt x="413" y="7083"/>
                    <a:pt x="210" y="6751"/>
                  </a:cubicBezTo>
                  <a:cubicBezTo>
                    <a:pt x="155" y="6646"/>
                    <a:pt x="235" y="6443"/>
                    <a:pt x="333" y="6264"/>
                  </a:cubicBezTo>
                  <a:cubicBezTo>
                    <a:pt x="364" y="6159"/>
                    <a:pt x="413" y="6085"/>
                    <a:pt x="413" y="6005"/>
                  </a:cubicBezTo>
                  <a:cubicBezTo>
                    <a:pt x="438" y="5901"/>
                    <a:pt x="438" y="5316"/>
                    <a:pt x="413" y="4287"/>
                  </a:cubicBezTo>
                  <a:cubicBezTo>
                    <a:pt x="389" y="3006"/>
                    <a:pt x="364" y="1232"/>
                    <a:pt x="413" y="973"/>
                  </a:cubicBezTo>
                  <a:cubicBezTo>
                    <a:pt x="487" y="721"/>
                    <a:pt x="697" y="487"/>
                    <a:pt x="851" y="333"/>
                  </a:cubicBezTo>
                  <a:cubicBezTo>
                    <a:pt x="980" y="203"/>
                    <a:pt x="1134" y="130"/>
                    <a:pt x="1313" y="130"/>
                  </a:cubicBezTo>
                  <a:close/>
                  <a:moveTo>
                    <a:pt x="1313" y="0"/>
                  </a:moveTo>
                  <a:cubicBezTo>
                    <a:pt x="1103" y="0"/>
                    <a:pt x="900" y="105"/>
                    <a:pt x="746" y="234"/>
                  </a:cubicBezTo>
                  <a:cubicBezTo>
                    <a:pt x="592" y="388"/>
                    <a:pt x="364" y="641"/>
                    <a:pt x="309" y="924"/>
                  </a:cubicBezTo>
                  <a:cubicBezTo>
                    <a:pt x="235" y="1232"/>
                    <a:pt x="259" y="2926"/>
                    <a:pt x="284" y="4287"/>
                  </a:cubicBezTo>
                  <a:cubicBezTo>
                    <a:pt x="309" y="5081"/>
                    <a:pt x="309" y="5901"/>
                    <a:pt x="309" y="5981"/>
                  </a:cubicBezTo>
                  <a:cubicBezTo>
                    <a:pt x="284" y="6030"/>
                    <a:pt x="259" y="6110"/>
                    <a:pt x="210" y="6209"/>
                  </a:cubicBezTo>
                  <a:cubicBezTo>
                    <a:pt x="106" y="6418"/>
                    <a:pt x="1" y="6646"/>
                    <a:pt x="106" y="6825"/>
                  </a:cubicBezTo>
                  <a:cubicBezTo>
                    <a:pt x="364" y="7237"/>
                    <a:pt x="875" y="7262"/>
                    <a:pt x="1054" y="7286"/>
                  </a:cubicBezTo>
                  <a:lnTo>
                    <a:pt x="4645" y="7286"/>
                  </a:lnTo>
                  <a:cubicBezTo>
                    <a:pt x="4830" y="7262"/>
                    <a:pt x="5341" y="7237"/>
                    <a:pt x="5600" y="6825"/>
                  </a:cubicBezTo>
                  <a:cubicBezTo>
                    <a:pt x="5698" y="6646"/>
                    <a:pt x="5600" y="6418"/>
                    <a:pt x="5495" y="6209"/>
                  </a:cubicBezTo>
                  <a:cubicBezTo>
                    <a:pt x="5446" y="6110"/>
                    <a:pt x="5415" y="6030"/>
                    <a:pt x="5415" y="5981"/>
                  </a:cubicBezTo>
                  <a:cubicBezTo>
                    <a:pt x="5390" y="5901"/>
                    <a:pt x="5390" y="5081"/>
                    <a:pt x="5415" y="4287"/>
                  </a:cubicBezTo>
                  <a:cubicBezTo>
                    <a:pt x="5446" y="2926"/>
                    <a:pt x="5470" y="1232"/>
                    <a:pt x="5390" y="924"/>
                  </a:cubicBezTo>
                  <a:cubicBezTo>
                    <a:pt x="5341" y="641"/>
                    <a:pt x="5107" y="388"/>
                    <a:pt x="4953" y="234"/>
                  </a:cubicBezTo>
                  <a:cubicBezTo>
                    <a:pt x="4799" y="105"/>
                    <a:pt x="4596" y="0"/>
                    <a:pt x="4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4" name="Google Shape;2354;p37"/>
          <p:cNvGrpSpPr/>
          <p:nvPr/>
        </p:nvGrpSpPr>
        <p:grpSpPr>
          <a:xfrm>
            <a:off x="7280603" y="1651598"/>
            <a:ext cx="722975" cy="1608278"/>
            <a:chOff x="4635993" y="3527376"/>
            <a:chExt cx="195267" cy="515854"/>
          </a:xfrm>
        </p:grpSpPr>
        <p:sp>
          <p:nvSpPr>
            <p:cNvPr id="2355" name="Google Shape;2355;p37"/>
            <p:cNvSpPr/>
            <p:nvPr/>
          </p:nvSpPr>
          <p:spPr>
            <a:xfrm>
              <a:off x="4697924" y="3527376"/>
              <a:ext cx="133335" cy="157178"/>
            </a:xfrm>
            <a:custGeom>
              <a:rect b="b" l="l" r="r" t="t"/>
              <a:pathLst>
                <a:path extrusionOk="0" h="3784" w="3210">
                  <a:moveTo>
                    <a:pt x="511" y="98"/>
                  </a:moveTo>
                  <a:cubicBezTo>
                    <a:pt x="665" y="123"/>
                    <a:pt x="819" y="178"/>
                    <a:pt x="949" y="228"/>
                  </a:cubicBezTo>
                  <a:cubicBezTo>
                    <a:pt x="973" y="228"/>
                    <a:pt x="973" y="252"/>
                    <a:pt x="998" y="252"/>
                  </a:cubicBezTo>
                  <a:cubicBezTo>
                    <a:pt x="1331" y="616"/>
                    <a:pt x="1485" y="1127"/>
                    <a:pt x="1411" y="1589"/>
                  </a:cubicBezTo>
                  <a:cubicBezTo>
                    <a:pt x="1386" y="1872"/>
                    <a:pt x="1257" y="2155"/>
                    <a:pt x="1207" y="2433"/>
                  </a:cubicBezTo>
                  <a:cubicBezTo>
                    <a:pt x="1177" y="2488"/>
                    <a:pt x="1177" y="2562"/>
                    <a:pt x="1177" y="2642"/>
                  </a:cubicBezTo>
                  <a:cubicBezTo>
                    <a:pt x="973" y="2075"/>
                    <a:pt x="998" y="1410"/>
                    <a:pt x="745" y="844"/>
                  </a:cubicBezTo>
                  <a:cubicBezTo>
                    <a:pt x="616" y="536"/>
                    <a:pt x="462" y="277"/>
                    <a:pt x="179" y="123"/>
                  </a:cubicBezTo>
                  <a:cubicBezTo>
                    <a:pt x="308" y="98"/>
                    <a:pt x="382" y="98"/>
                    <a:pt x="511" y="98"/>
                  </a:cubicBezTo>
                  <a:close/>
                  <a:moveTo>
                    <a:pt x="2359" y="2895"/>
                  </a:moveTo>
                  <a:cubicBezTo>
                    <a:pt x="2359" y="2895"/>
                    <a:pt x="2359" y="2925"/>
                    <a:pt x="2384" y="2925"/>
                  </a:cubicBezTo>
                  <a:cubicBezTo>
                    <a:pt x="2439" y="3079"/>
                    <a:pt x="2538" y="3178"/>
                    <a:pt x="2692" y="3283"/>
                  </a:cubicBezTo>
                  <a:cubicBezTo>
                    <a:pt x="2767" y="3336"/>
                    <a:pt x="2867" y="3379"/>
                    <a:pt x="2965" y="3379"/>
                  </a:cubicBezTo>
                  <a:cubicBezTo>
                    <a:pt x="3004" y="3379"/>
                    <a:pt x="3043" y="3372"/>
                    <a:pt x="3080" y="3356"/>
                  </a:cubicBezTo>
                  <a:lnTo>
                    <a:pt x="3080" y="3356"/>
                  </a:lnTo>
                  <a:cubicBezTo>
                    <a:pt x="3080" y="3387"/>
                    <a:pt x="3000" y="3437"/>
                    <a:pt x="2975" y="3461"/>
                  </a:cubicBezTo>
                  <a:cubicBezTo>
                    <a:pt x="2846" y="3541"/>
                    <a:pt x="2716" y="3591"/>
                    <a:pt x="2562" y="3615"/>
                  </a:cubicBezTo>
                  <a:cubicBezTo>
                    <a:pt x="2439" y="3541"/>
                    <a:pt x="2384" y="3387"/>
                    <a:pt x="2384" y="3233"/>
                  </a:cubicBezTo>
                  <a:cubicBezTo>
                    <a:pt x="2359" y="3104"/>
                    <a:pt x="2359" y="2999"/>
                    <a:pt x="2359" y="2895"/>
                  </a:cubicBezTo>
                  <a:close/>
                  <a:moveTo>
                    <a:pt x="1177" y="357"/>
                  </a:moveTo>
                  <a:cubicBezTo>
                    <a:pt x="1386" y="486"/>
                    <a:pt x="1540" y="640"/>
                    <a:pt x="1694" y="844"/>
                  </a:cubicBezTo>
                  <a:cubicBezTo>
                    <a:pt x="1897" y="1152"/>
                    <a:pt x="2027" y="1484"/>
                    <a:pt x="2131" y="1847"/>
                  </a:cubicBezTo>
                  <a:cubicBezTo>
                    <a:pt x="2180" y="2125"/>
                    <a:pt x="2180" y="2383"/>
                    <a:pt x="2285" y="2667"/>
                  </a:cubicBezTo>
                  <a:cubicBezTo>
                    <a:pt x="2285" y="2870"/>
                    <a:pt x="2285" y="3153"/>
                    <a:pt x="2310" y="3356"/>
                  </a:cubicBezTo>
                  <a:cubicBezTo>
                    <a:pt x="2334" y="3461"/>
                    <a:pt x="2384" y="3566"/>
                    <a:pt x="2464" y="3640"/>
                  </a:cubicBezTo>
                  <a:cubicBezTo>
                    <a:pt x="2398" y="3649"/>
                    <a:pt x="2332" y="3655"/>
                    <a:pt x="2267" y="3655"/>
                  </a:cubicBezTo>
                  <a:cubicBezTo>
                    <a:pt x="2154" y="3655"/>
                    <a:pt x="2044" y="3637"/>
                    <a:pt x="1946" y="3591"/>
                  </a:cubicBezTo>
                  <a:cubicBezTo>
                    <a:pt x="1669" y="3486"/>
                    <a:pt x="1460" y="3203"/>
                    <a:pt x="1306" y="2975"/>
                  </a:cubicBezTo>
                  <a:cubicBezTo>
                    <a:pt x="1257" y="2741"/>
                    <a:pt x="1281" y="2537"/>
                    <a:pt x="1361" y="2309"/>
                  </a:cubicBezTo>
                  <a:cubicBezTo>
                    <a:pt x="1435" y="2026"/>
                    <a:pt x="1540" y="1767"/>
                    <a:pt x="1565" y="1459"/>
                  </a:cubicBezTo>
                  <a:cubicBezTo>
                    <a:pt x="1565" y="1078"/>
                    <a:pt x="1435" y="665"/>
                    <a:pt x="1177" y="357"/>
                  </a:cubicBezTo>
                  <a:close/>
                  <a:moveTo>
                    <a:pt x="415" y="0"/>
                  </a:moveTo>
                  <a:cubicBezTo>
                    <a:pt x="289" y="0"/>
                    <a:pt x="165" y="23"/>
                    <a:pt x="49" y="74"/>
                  </a:cubicBezTo>
                  <a:cubicBezTo>
                    <a:pt x="0" y="98"/>
                    <a:pt x="74" y="154"/>
                    <a:pt x="99" y="154"/>
                  </a:cubicBezTo>
                  <a:cubicBezTo>
                    <a:pt x="154" y="203"/>
                    <a:pt x="203" y="228"/>
                    <a:pt x="253" y="277"/>
                  </a:cubicBezTo>
                  <a:cubicBezTo>
                    <a:pt x="357" y="382"/>
                    <a:pt x="437" y="486"/>
                    <a:pt x="511" y="616"/>
                  </a:cubicBezTo>
                  <a:cubicBezTo>
                    <a:pt x="641" y="844"/>
                    <a:pt x="715" y="1102"/>
                    <a:pt x="795" y="1355"/>
                  </a:cubicBezTo>
                  <a:cubicBezTo>
                    <a:pt x="844" y="1613"/>
                    <a:pt x="869" y="1847"/>
                    <a:pt x="924" y="2100"/>
                  </a:cubicBezTo>
                  <a:cubicBezTo>
                    <a:pt x="1023" y="2716"/>
                    <a:pt x="1257" y="3461"/>
                    <a:pt x="1922" y="3720"/>
                  </a:cubicBezTo>
                  <a:cubicBezTo>
                    <a:pt x="2035" y="3767"/>
                    <a:pt x="2161" y="3784"/>
                    <a:pt x="2289" y="3784"/>
                  </a:cubicBezTo>
                  <a:cubicBezTo>
                    <a:pt x="2363" y="3784"/>
                    <a:pt x="2439" y="3778"/>
                    <a:pt x="2513" y="3769"/>
                  </a:cubicBezTo>
                  <a:cubicBezTo>
                    <a:pt x="2618" y="3745"/>
                    <a:pt x="2772" y="3720"/>
                    <a:pt x="2870" y="3664"/>
                  </a:cubicBezTo>
                  <a:cubicBezTo>
                    <a:pt x="2901" y="3640"/>
                    <a:pt x="2950" y="3615"/>
                    <a:pt x="3000" y="3591"/>
                  </a:cubicBezTo>
                  <a:cubicBezTo>
                    <a:pt x="3055" y="3541"/>
                    <a:pt x="3129" y="3461"/>
                    <a:pt x="3154" y="3412"/>
                  </a:cubicBezTo>
                  <a:cubicBezTo>
                    <a:pt x="3209" y="3283"/>
                    <a:pt x="3055" y="3283"/>
                    <a:pt x="3000" y="3283"/>
                  </a:cubicBezTo>
                  <a:cubicBezTo>
                    <a:pt x="2901" y="3258"/>
                    <a:pt x="2796" y="3233"/>
                    <a:pt x="2692" y="3153"/>
                  </a:cubicBezTo>
                  <a:cubicBezTo>
                    <a:pt x="2562" y="3049"/>
                    <a:pt x="2488" y="2895"/>
                    <a:pt x="2408" y="2741"/>
                  </a:cubicBezTo>
                  <a:cubicBezTo>
                    <a:pt x="2359" y="2562"/>
                    <a:pt x="2334" y="2359"/>
                    <a:pt x="2285" y="2180"/>
                  </a:cubicBezTo>
                  <a:cubicBezTo>
                    <a:pt x="2254" y="2001"/>
                    <a:pt x="2230" y="1817"/>
                    <a:pt x="2180" y="1638"/>
                  </a:cubicBezTo>
                  <a:cubicBezTo>
                    <a:pt x="2027" y="1201"/>
                    <a:pt x="1792" y="739"/>
                    <a:pt x="1460" y="431"/>
                  </a:cubicBezTo>
                  <a:cubicBezTo>
                    <a:pt x="1192" y="200"/>
                    <a:pt x="793" y="0"/>
                    <a:pt x="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7"/>
            <p:cNvSpPr/>
            <p:nvPr/>
          </p:nvSpPr>
          <p:spPr>
            <a:xfrm>
              <a:off x="4635993" y="3547563"/>
              <a:ext cx="173751" cy="495667"/>
            </a:xfrm>
            <a:custGeom>
              <a:rect b="b" l="l" r="r" t="t"/>
              <a:pathLst>
                <a:path extrusionOk="0" h="11933" w="4183">
                  <a:moveTo>
                    <a:pt x="1978" y="99"/>
                  </a:moveTo>
                  <a:lnTo>
                    <a:pt x="2052" y="382"/>
                  </a:lnTo>
                  <a:lnTo>
                    <a:pt x="1183" y="715"/>
                  </a:lnTo>
                  <a:cubicBezTo>
                    <a:pt x="1159" y="715"/>
                    <a:pt x="1159" y="746"/>
                    <a:pt x="1159" y="770"/>
                  </a:cubicBezTo>
                  <a:cubicBezTo>
                    <a:pt x="1159" y="795"/>
                    <a:pt x="1183" y="795"/>
                    <a:pt x="1208" y="795"/>
                  </a:cubicBezTo>
                  <a:lnTo>
                    <a:pt x="2082" y="462"/>
                  </a:lnTo>
                  <a:lnTo>
                    <a:pt x="2132" y="616"/>
                  </a:lnTo>
                  <a:lnTo>
                    <a:pt x="1005" y="949"/>
                  </a:lnTo>
                  <a:cubicBezTo>
                    <a:pt x="974" y="949"/>
                    <a:pt x="974" y="973"/>
                    <a:pt x="974" y="998"/>
                  </a:cubicBezTo>
                  <a:cubicBezTo>
                    <a:pt x="974" y="1023"/>
                    <a:pt x="1005" y="1023"/>
                    <a:pt x="1029" y="1023"/>
                  </a:cubicBezTo>
                  <a:lnTo>
                    <a:pt x="2156" y="690"/>
                  </a:lnTo>
                  <a:lnTo>
                    <a:pt x="2286" y="1103"/>
                  </a:lnTo>
                  <a:lnTo>
                    <a:pt x="1516" y="1411"/>
                  </a:lnTo>
                  <a:cubicBezTo>
                    <a:pt x="1491" y="1411"/>
                    <a:pt x="1491" y="1435"/>
                    <a:pt x="1491" y="1460"/>
                  </a:cubicBezTo>
                  <a:cubicBezTo>
                    <a:pt x="1491" y="1485"/>
                    <a:pt x="1516" y="1485"/>
                    <a:pt x="1540" y="1485"/>
                  </a:cubicBezTo>
                  <a:lnTo>
                    <a:pt x="2310" y="1177"/>
                  </a:lnTo>
                  <a:lnTo>
                    <a:pt x="2360" y="1361"/>
                  </a:lnTo>
                  <a:lnTo>
                    <a:pt x="1257" y="1694"/>
                  </a:lnTo>
                  <a:cubicBezTo>
                    <a:pt x="1232" y="1694"/>
                    <a:pt x="1232" y="1719"/>
                    <a:pt x="1232" y="1743"/>
                  </a:cubicBezTo>
                  <a:cubicBezTo>
                    <a:pt x="1232" y="1768"/>
                    <a:pt x="1257" y="1768"/>
                    <a:pt x="1282" y="1768"/>
                  </a:cubicBezTo>
                  <a:lnTo>
                    <a:pt x="2390" y="1435"/>
                  </a:lnTo>
                  <a:lnTo>
                    <a:pt x="2569" y="2027"/>
                  </a:lnTo>
                  <a:lnTo>
                    <a:pt x="2514" y="2027"/>
                  </a:lnTo>
                  <a:lnTo>
                    <a:pt x="1620" y="2335"/>
                  </a:lnTo>
                  <a:cubicBezTo>
                    <a:pt x="1590" y="2359"/>
                    <a:pt x="1565" y="2384"/>
                    <a:pt x="1590" y="2409"/>
                  </a:cubicBezTo>
                  <a:cubicBezTo>
                    <a:pt x="1590" y="2409"/>
                    <a:pt x="1620" y="2439"/>
                    <a:pt x="1645" y="2439"/>
                  </a:cubicBezTo>
                  <a:lnTo>
                    <a:pt x="2569" y="2101"/>
                  </a:lnTo>
                  <a:lnTo>
                    <a:pt x="2569" y="2076"/>
                  </a:lnTo>
                  <a:lnTo>
                    <a:pt x="2668" y="2384"/>
                  </a:lnTo>
                  <a:lnTo>
                    <a:pt x="1694" y="2618"/>
                  </a:lnTo>
                  <a:cubicBezTo>
                    <a:pt x="1670" y="2618"/>
                    <a:pt x="1670" y="2643"/>
                    <a:pt x="1670" y="2667"/>
                  </a:cubicBezTo>
                  <a:cubicBezTo>
                    <a:pt x="1670" y="2692"/>
                    <a:pt x="1694" y="2692"/>
                    <a:pt x="1719" y="2692"/>
                  </a:cubicBezTo>
                  <a:lnTo>
                    <a:pt x="2698" y="2464"/>
                  </a:lnTo>
                  <a:lnTo>
                    <a:pt x="2748" y="2667"/>
                  </a:lnTo>
                  <a:lnTo>
                    <a:pt x="1540" y="3080"/>
                  </a:lnTo>
                  <a:lnTo>
                    <a:pt x="746" y="592"/>
                  </a:lnTo>
                  <a:cubicBezTo>
                    <a:pt x="746" y="561"/>
                    <a:pt x="746" y="536"/>
                    <a:pt x="721" y="512"/>
                  </a:cubicBezTo>
                  <a:lnTo>
                    <a:pt x="1978" y="99"/>
                  </a:lnTo>
                  <a:close/>
                  <a:moveTo>
                    <a:pt x="358" y="407"/>
                  </a:moveTo>
                  <a:cubicBezTo>
                    <a:pt x="413" y="407"/>
                    <a:pt x="487" y="438"/>
                    <a:pt x="543" y="462"/>
                  </a:cubicBezTo>
                  <a:cubicBezTo>
                    <a:pt x="592" y="487"/>
                    <a:pt x="617" y="536"/>
                    <a:pt x="641" y="616"/>
                  </a:cubicBezTo>
                  <a:lnTo>
                    <a:pt x="4053" y="11598"/>
                  </a:lnTo>
                  <a:cubicBezTo>
                    <a:pt x="4053" y="11647"/>
                    <a:pt x="4029" y="11801"/>
                    <a:pt x="3850" y="11832"/>
                  </a:cubicBezTo>
                  <a:cubicBezTo>
                    <a:pt x="3647" y="11832"/>
                    <a:pt x="3567" y="11752"/>
                    <a:pt x="3567" y="11727"/>
                  </a:cubicBezTo>
                  <a:lnTo>
                    <a:pt x="179" y="795"/>
                  </a:lnTo>
                  <a:cubicBezTo>
                    <a:pt x="130" y="666"/>
                    <a:pt x="179" y="536"/>
                    <a:pt x="284" y="462"/>
                  </a:cubicBezTo>
                  <a:cubicBezTo>
                    <a:pt x="309" y="438"/>
                    <a:pt x="333" y="407"/>
                    <a:pt x="358" y="407"/>
                  </a:cubicBezTo>
                  <a:close/>
                  <a:moveTo>
                    <a:pt x="2027" y="0"/>
                  </a:moveTo>
                  <a:lnTo>
                    <a:pt x="697" y="462"/>
                  </a:lnTo>
                  <a:cubicBezTo>
                    <a:pt x="666" y="407"/>
                    <a:pt x="617" y="382"/>
                    <a:pt x="592" y="358"/>
                  </a:cubicBezTo>
                  <a:cubicBezTo>
                    <a:pt x="533" y="321"/>
                    <a:pt x="465" y="299"/>
                    <a:pt x="401" y="299"/>
                  </a:cubicBezTo>
                  <a:cubicBezTo>
                    <a:pt x="377" y="299"/>
                    <a:pt x="355" y="302"/>
                    <a:pt x="333" y="308"/>
                  </a:cubicBezTo>
                  <a:cubicBezTo>
                    <a:pt x="309" y="308"/>
                    <a:pt x="259" y="333"/>
                    <a:pt x="204" y="358"/>
                  </a:cubicBezTo>
                  <a:cubicBezTo>
                    <a:pt x="81" y="487"/>
                    <a:pt x="1" y="666"/>
                    <a:pt x="50" y="844"/>
                  </a:cubicBezTo>
                  <a:lnTo>
                    <a:pt x="3468" y="11777"/>
                  </a:lnTo>
                  <a:cubicBezTo>
                    <a:pt x="3468" y="11777"/>
                    <a:pt x="3533" y="11933"/>
                    <a:pt x="3793" y="11933"/>
                  </a:cubicBezTo>
                  <a:cubicBezTo>
                    <a:pt x="3811" y="11933"/>
                    <a:pt x="3830" y="11932"/>
                    <a:pt x="3850" y="11931"/>
                  </a:cubicBezTo>
                  <a:cubicBezTo>
                    <a:pt x="4109" y="11931"/>
                    <a:pt x="4183" y="11703"/>
                    <a:pt x="4158" y="11598"/>
                  </a:cubicBezTo>
                  <a:lnTo>
                    <a:pt x="1540" y="3154"/>
                  </a:lnTo>
                  <a:lnTo>
                    <a:pt x="2852" y="2717"/>
                  </a:lnTo>
                  <a:lnTo>
                    <a:pt x="20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7"/>
            <p:cNvSpPr/>
            <p:nvPr/>
          </p:nvSpPr>
          <p:spPr>
            <a:xfrm>
              <a:off x="4701995" y="3587521"/>
              <a:ext cx="23593" cy="13292"/>
            </a:xfrm>
            <a:custGeom>
              <a:rect b="b" l="l" r="r" t="t"/>
              <a:pathLst>
                <a:path extrusionOk="0" h="320" w="568">
                  <a:moveTo>
                    <a:pt x="517" y="1"/>
                  </a:moveTo>
                  <a:cubicBezTo>
                    <a:pt x="510" y="1"/>
                    <a:pt x="502" y="3"/>
                    <a:pt x="493" y="11"/>
                  </a:cubicBezTo>
                  <a:lnTo>
                    <a:pt x="31" y="246"/>
                  </a:lnTo>
                  <a:cubicBezTo>
                    <a:pt x="1" y="246"/>
                    <a:pt x="1" y="270"/>
                    <a:pt x="1" y="295"/>
                  </a:cubicBezTo>
                  <a:cubicBezTo>
                    <a:pt x="1" y="319"/>
                    <a:pt x="31" y="319"/>
                    <a:pt x="56" y="319"/>
                  </a:cubicBezTo>
                  <a:lnTo>
                    <a:pt x="543" y="92"/>
                  </a:lnTo>
                  <a:cubicBezTo>
                    <a:pt x="543" y="61"/>
                    <a:pt x="567" y="36"/>
                    <a:pt x="543" y="11"/>
                  </a:cubicBezTo>
                  <a:cubicBezTo>
                    <a:pt x="543" y="11"/>
                    <a:pt x="532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8" name="Google Shape;2358;p37"/>
          <p:cNvGrpSpPr/>
          <p:nvPr/>
        </p:nvGrpSpPr>
        <p:grpSpPr>
          <a:xfrm>
            <a:off x="7409233" y="4218841"/>
            <a:ext cx="297892" cy="415961"/>
            <a:chOff x="4872628" y="1304490"/>
            <a:chExt cx="180147" cy="251548"/>
          </a:xfrm>
        </p:grpSpPr>
        <p:sp>
          <p:nvSpPr>
            <p:cNvPr id="2359" name="Google Shape;2359;p37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7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1" name="Google Shape;2361;p37"/>
          <p:cNvGrpSpPr/>
          <p:nvPr/>
        </p:nvGrpSpPr>
        <p:grpSpPr>
          <a:xfrm>
            <a:off x="2002025" y="4059413"/>
            <a:ext cx="271652" cy="377428"/>
            <a:chOff x="6473622" y="258634"/>
            <a:chExt cx="164279" cy="228246"/>
          </a:xfrm>
        </p:grpSpPr>
        <p:sp>
          <p:nvSpPr>
            <p:cNvPr id="2362" name="Google Shape;2362;p37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7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4" name="Google Shape;2364;p37"/>
          <p:cNvGrpSpPr/>
          <p:nvPr/>
        </p:nvGrpSpPr>
        <p:grpSpPr>
          <a:xfrm>
            <a:off x="7881082" y="539426"/>
            <a:ext cx="407031" cy="431553"/>
            <a:chOff x="5639106" y="643680"/>
            <a:chExt cx="246148" cy="260978"/>
          </a:xfrm>
        </p:grpSpPr>
        <p:sp>
          <p:nvSpPr>
            <p:cNvPr id="2365" name="Google Shape;2365;p37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7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7" name="Google Shape;2367;p37"/>
          <p:cNvSpPr/>
          <p:nvPr/>
        </p:nvSpPr>
        <p:spPr>
          <a:xfrm>
            <a:off x="2114422" y="78942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37"/>
          <p:cNvSpPr/>
          <p:nvPr/>
        </p:nvSpPr>
        <p:spPr>
          <a:xfrm>
            <a:off x="8247481" y="386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3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4" name="Google Shape;2374;p38"/>
          <p:cNvSpPr txBox="1"/>
          <p:nvPr>
            <p:ph idx="4294967295" type="subTitle"/>
          </p:nvPr>
        </p:nvSpPr>
        <p:spPr>
          <a:xfrm>
            <a:off x="720100" y="2175656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In-person </a:t>
            </a:r>
            <a:r>
              <a:rPr lang="en"/>
              <a:t>interviews</a:t>
            </a:r>
            <a:r>
              <a:rPr lang="en"/>
              <a:t> of our friends, family, and professors.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5" name="Google Shape;2375;p38"/>
          <p:cNvSpPr txBox="1"/>
          <p:nvPr>
            <p:ph idx="4294967295" type="subTitle"/>
          </p:nvPr>
        </p:nvSpPr>
        <p:spPr>
          <a:xfrm>
            <a:off x="6401375" y="2175656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</a:t>
            </a:r>
            <a:r>
              <a:rPr lang="en"/>
              <a:t> dentists.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6" name="Google Shape;2376;p38"/>
          <p:cNvSpPr txBox="1"/>
          <p:nvPr>
            <p:ph idx="4294967295" type="subTitle"/>
          </p:nvPr>
        </p:nvSpPr>
        <p:spPr>
          <a:xfrm>
            <a:off x="720100" y="3651194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out the google survey.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7" name="Google Shape;2377;p38"/>
          <p:cNvSpPr txBox="1"/>
          <p:nvPr>
            <p:ph idx="4294967295" type="subTitle"/>
          </p:nvPr>
        </p:nvSpPr>
        <p:spPr>
          <a:xfrm>
            <a:off x="6401375" y="3651194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people in the JFF hallway including students and guards.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8" name="Google Shape;2378;p38"/>
          <p:cNvSpPr txBox="1"/>
          <p:nvPr>
            <p:ph idx="4294967295" type="subTitle"/>
          </p:nvPr>
        </p:nvSpPr>
        <p:spPr>
          <a:xfrm>
            <a:off x="720100" y="1776386"/>
            <a:ext cx="20226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In-person friends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9" name="Google Shape;2379;p38"/>
          <p:cNvSpPr txBox="1"/>
          <p:nvPr>
            <p:ph idx="4294967295" type="subTitle"/>
          </p:nvPr>
        </p:nvSpPr>
        <p:spPr>
          <a:xfrm>
            <a:off x="6401397" y="1776386"/>
            <a:ext cx="20226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Dentists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0" name="Google Shape;2380;p38"/>
          <p:cNvSpPr txBox="1"/>
          <p:nvPr>
            <p:ph idx="4294967295" type="subTitle"/>
          </p:nvPr>
        </p:nvSpPr>
        <p:spPr>
          <a:xfrm>
            <a:off x="149925" y="3247275"/>
            <a:ext cx="25929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Google forms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1" name="Google Shape;2381;p38"/>
          <p:cNvSpPr txBox="1"/>
          <p:nvPr>
            <p:ph idx="4294967295" type="subTitle"/>
          </p:nvPr>
        </p:nvSpPr>
        <p:spPr>
          <a:xfrm>
            <a:off x="3412853" y="2524222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Interviews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2" name="Google Shape;2382;p38"/>
          <p:cNvSpPr txBox="1"/>
          <p:nvPr>
            <p:ph idx="4294967295" type="subTitle"/>
          </p:nvPr>
        </p:nvSpPr>
        <p:spPr>
          <a:xfrm>
            <a:off x="6401397" y="3247272"/>
            <a:ext cx="20226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In-person random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83" name="Google Shape;2383;p38"/>
          <p:cNvCxnSpPr>
            <a:stCxn id="2381" idx="1"/>
            <a:endCxn id="2378" idx="3"/>
          </p:cNvCxnSpPr>
          <p:nvPr/>
        </p:nvCxnSpPr>
        <p:spPr>
          <a:xfrm rot="10800000">
            <a:off x="2742653" y="2015122"/>
            <a:ext cx="670200" cy="7479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38"/>
          <p:cNvCxnSpPr>
            <a:stCxn id="2381" idx="1"/>
            <a:endCxn id="2380" idx="3"/>
          </p:cNvCxnSpPr>
          <p:nvPr/>
        </p:nvCxnSpPr>
        <p:spPr>
          <a:xfrm flipH="1">
            <a:off x="2742953" y="2763022"/>
            <a:ext cx="669900" cy="7230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5" name="Google Shape;2385;p38"/>
          <p:cNvCxnSpPr>
            <a:stCxn id="2381" idx="3"/>
            <a:endCxn id="2379" idx="1"/>
          </p:cNvCxnSpPr>
          <p:nvPr/>
        </p:nvCxnSpPr>
        <p:spPr>
          <a:xfrm flipH="1" rot="10800000">
            <a:off x="5731253" y="2015122"/>
            <a:ext cx="670200" cy="7479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6" name="Google Shape;2386;p38"/>
          <p:cNvCxnSpPr>
            <a:stCxn id="2381" idx="3"/>
            <a:endCxn id="2382" idx="1"/>
          </p:cNvCxnSpPr>
          <p:nvPr/>
        </p:nvCxnSpPr>
        <p:spPr>
          <a:xfrm>
            <a:off x="5731253" y="2763022"/>
            <a:ext cx="670200" cy="7230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7" name="Google Shape;2387;p38"/>
          <p:cNvSpPr txBox="1"/>
          <p:nvPr/>
        </p:nvSpPr>
        <p:spPr>
          <a:xfrm>
            <a:off x="3722750" y="2014250"/>
            <a:ext cx="17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#42 interviewees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3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Rejected/Accepted</a:t>
            </a:r>
            <a:endParaRPr/>
          </a:p>
        </p:txBody>
      </p:sp>
      <p:sp>
        <p:nvSpPr>
          <p:cNvPr id="2393" name="Google Shape;2393;p39"/>
          <p:cNvSpPr txBox="1"/>
          <p:nvPr>
            <p:ph idx="1" type="subTitle"/>
          </p:nvPr>
        </p:nvSpPr>
        <p:spPr>
          <a:xfrm>
            <a:off x="2014342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39"/>
          <p:cNvSpPr txBox="1"/>
          <p:nvPr>
            <p:ph idx="2" type="subTitle"/>
          </p:nvPr>
        </p:nvSpPr>
        <p:spPr>
          <a:xfrm>
            <a:off x="5009053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9"/>
          <p:cNvSpPr txBox="1"/>
          <p:nvPr>
            <p:ph idx="3" type="subTitle"/>
          </p:nvPr>
        </p:nvSpPr>
        <p:spPr>
          <a:xfrm>
            <a:off x="2014250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9"/>
          <p:cNvSpPr txBox="1"/>
          <p:nvPr>
            <p:ph idx="4" type="subTitle"/>
          </p:nvPr>
        </p:nvSpPr>
        <p:spPr>
          <a:xfrm>
            <a:off x="5008925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9"/>
          <p:cNvSpPr txBox="1"/>
          <p:nvPr>
            <p:ph idx="5" type="subTitle"/>
          </p:nvPr>
        </p:nvSpPr>
        <p:spPr>
          <a:xfrm>
            <a:off x="2014200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9"/>
          <p:cNvSpPr txBox="1"/>
          <p:nvPr>
            <p:ph idx="6" type="subTitle"/>
          </p:nvPr>
        </p:nvSpPr>
        <p:spPr>
          <a:xfrm>
            <a:off x="5008846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9"/>
          <p:cNvSpPr txBox="1"/>
          <p:nvPr>
            <p:ph idx="7" type="subTitle"/>
          </p:nvPr>
        </p:nvSpPr>
        <p:spPr>
          <a:xfrm>
            <a:off x="2014200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39"/>
          <p:cNvSpPr txBox="1"/>
          <p:nvPr>
            <p:ph idx="8" type="subTitle"/>
          </p:nvPr>
        </p:nvSpPr>
        <p:spPr>
          <a:xfrm>
            <a:off x="5008846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p40"/>
          <p:cNvSpPr txBox="1"/>
          <p:nvPr>
            <p:ph idx="1" type="subTitle"/>
          </p:nvPr>
        </p:nvSpPr>
        <p:spPr>
          <a:xfrm>
            <a:off x="538183" y="1820400"/>
            <a:ext cx="42018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Education about the problem is a significant part. (How do we effectively educate?)</a:t>
            </a:r>
            <a:endParaRPr/>
          </a:p>
        </p:txBody>
      </p:sp>
      <p:sp>
        <p:nvSpPr>
          <p:cNvPr id="2406" name="Google Shape;2406;p40"/>
          <p:cNvSpPr txBox="1"/>
          <p:nvPr>
            <p:ph idx="2" type="subTitle"/>
          </p:nvPr>
        </p:nvSpPr>
        <p:spPr>
          <a:xfrm>
            <a:off x="4739975" y="1889600"/>
            <a:ext cx="36840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People are willing to give Nanoshine a try.</a:t>
            </a:r>
            <a:endParaRPr/>
          </a:p>
        </p:txBody>
      </p:sp>
      <p:sp>
        <p:nvSpPr>
          <p:cNvPr id="2407" name="Google Shape;2407;p40"/>
          <p:cNvSpPr txBox="1"/>
          <p:nvPr>
            <p:ph idx="3" type="subTitle"/>
          </p:nvPr>
        </p:nvSpPr>
        <p:spPr>
          <a:xfrm>
            <a:off x="491950" y="3575688"/>
            <a:ext cx="50553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Friends and family members have a huge influence on oral hygiene product usage </a:t>
            </a:r>
            <a:endParaRPr/>
          </a:p>
        </p:txBody>
      </p:sp>
      <p:sp>
        <p:nvSpPr>
          <p:cNvPr id="2408" name="Google Shape;2408;p40"/>
          <p:cNvSpPr txBox="1"/>
          <p:nvPr>
            <p:ph idx="4" type="subTitle"/>
          </p:nvPr>
        </p:nvSpPr>
        <p:spPr>
          <a:xfrm>
            <a:off x="5008925" y="3585575"/>
            <a:ext cx="36840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Customers want to feel the product (tangible feeling of the effectiveness of the product)</a:t>
            </a:r>
            <a:endParaRPr/>
          </a:p>
        </p:txBody>
      </p:sp>
      <p:sp>
        <p:nvSpPr>
          <p:cNvPr id="2409" name="Google Shape;2409;p40"/>
          <p:cNvSpPr txBox="1"/>
          <p:nvPr>
            <p:ph idx="5" type="subTitle"/>
          </p:nvPr>
        </p:nvSpPr>
        <p:spPr>
          <a:xfrm>
            <a:off x="720000" y="13309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</a:t>
            </a:r>
            <a:endParaRPr/>
          </a:p>
        </p:txBody>
      </p:sp>
      <p:sp>
        <p:nvSpPr>
          <p:cNvPr id="2410" name="Google Shape;2410;p40"/>
          <p:cNvSpPr txBox="1"/>
          <p:nvPr>
            <p:ph idx="6" type="subTitle"/>
          </p:nvPr>
        </p:nvSpPr>
        <p:spPr>
          <a:xfrm>
            <a:off x="5008852" y="1330875"/>
            <a:ext cx="29256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Willing to try</a:t>
            </a:r>
            <a:endParaRPr/>
          </a:p>
        </p:txBody>
      </p:sp>
      <p:sp>
        <p:nvSpPr>
          <p:cNvPr id="2411" name="Google Shape;2411;p40"/>
          <p:cNvSpPr txBox="1"/>
          <p:nvPr>
            <p:ph idx="7" type="subTitle"/>
          </p:nvPr>
        </p:nvSpPr>
        <p:spPr>
          <a:xfrm>
            <a:off x="399800" y="2853513"/>
            <a:ext cx="36840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effect</a:t>
            </a:r>
            <a:endParaRPr/>
          </a:p>
        </p:txBody>
      </p:sp>
      <p:sp>
        <p:nvSpPr>
          <p:cNvPr id="2412" name="Google Shape;2412;p40"/>
          <p:cNvSpPr txBox="1"/>
          <p:nvPr>
            <p:ph idx="8" type="subTitle"/>
          </p:nvPr>
        </p:nvSpPr>
        <p:spPr>
          <a:xfrm>
            <a:off x="5008853" y="2853525"/>
            <a:ext cx="34152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feel</a:t>
            </a:r>
            <a:endParaRPr/>
          </a:p>
        </p:txBody>
      </p:sp>
      <p:sp>
        <p:nvSpPr>
          <p:cNvPr id="2413" name="Google Shape;2413;p40"/>
          <p:cNvSpPr/>
          <p:nvPr/>
        </p:nvSpPr>
        <p:spPr>
          <a:xfrm>
            <a:off x="1020487" y="43761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4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&amp; Initial Findings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How often do you visit your dentist?&#10;. Number of responses: 42 responses." id="2419" name="Google Shape;2419;p41" title="How often do you visit your dentist?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2"/>
            <a:ext cx="9144003" cy="3848696"/>
          </a:xfrm>
          <a:prstGeom prst="rect">
            <a:avLst/>
          </a:prstGeom>
          <a:noFill/>
          <a:ln>
            <a:noFill/>
          </a:ln>
        </p:spPr>
      </p:pic>
      <p:sp>
        <p:nvSpPr>
          <p:cNvPr id="2420" name="Google Shape;2420;p41"/>
          <p:cNvSpPr txBox="1"/>
          <p:nvPr>
            <p:ph type="title"/>
          </p:nvPr>
        </p:nvSpPr>
        <p:spPr>
          <a:xfrm>
            <a:off x="363750" y="243925"/>
            <a:ext cx="95172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Surprise </a:t>
            </a:r>
            <a:r>
              <a:rPr lang="en" sz="2500"/>
              <a:t>#1: Customers visit dentists infrequently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Are you satisfied with the oral hygiene products you currently use? (Are they good enough to help maintain oral health?)&#10;. Number of responses: 39 responses." id="2425" name="Google Shape;2425;p42" title="Are you satisfied with the oral hygiene products you currently use? (Are they good enough to help maintain oral health?)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7830"/>
            <a:ext cx="9144003" cy="4147841"/>
          </a:xfrm>
          <a:prstGeom prst="rect">
            <a:avLst/>
          </a:prstGeom>
          <a:noFill/>
          <a:ln>
            <a:noFill/>
          </a:ln>
        </p:spPr>
      </p:pic>
      <p:sp>
        <p:nvSpPr>
          <p:cNvPr id="2426" name="Google Shape;2426;p42"/>
          <p:cNvSpPr txBox="1"/>
          <p:nvPr>
            <p:ph type="title"/>
          </p:nvPr>
        </p:nvSpPr>
        <p:spPr>
          <a:xfrm>
            <a:off x="563100" y="133950"/>
            <a:ext cx="8017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#1: Customers are willing to try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How effective do you think is your oral hygiene in preventing plaque and cavities?&#10;. Number of responses: 41 responses." id="2431" name="Google Shape;2431;p43" title="How effective do you think is your oral hygiene in preventing plaque and cavities?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2"/>
            <a:ext cx="9144003" cy="3848696"/>
          </a:xfrm>
          <a:prstGeom prst="rect">
            <a:avLst/>
          </a:prstGeom>
          <a:noFill/>
          <a:ln>
            <a:noFill/>
          </a:ln>
        </p:spPr>
      </p:pic>
      <p:sp>
        <p:nvSpPr>
          <p:cNvPr id="2432" name="Google Shape;2432;p43"/>
          <p:cNvSpPr txBox="1"/>
          <p:nvPr>
            <p:ph type="title"/>
          </p:nvPr>
        </p:nvSpPr>
        <p:spPr>
          <a:xfrm>
            <a:off x="563100" y="133950"/>
            <a:ext cx="8017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#1: Customers are willing to try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4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4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Are you looking for an alternate solution to existing dental treatments?&#10;. Number of responses: 32 responses." id="2439" name="Google Shape;2439;p44" title="Are you looking for an alternate solution to existing dental treatments?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7371"/>
            <a:ext cx="9144003" cy="4348759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44"/>
          <p:cNvSpPr txBox="1"/>
          <p:nvPr>
            <p:ph type="title"/>
          </p:nvPr>
        </p:nvSpPr>
        <p:spPr>
          <a:xfrm>
            <a:off x="563100" y="133950"/>
            <a:ext cx="8017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#1: Customers are willing to try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4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45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Would you be willing to try this product (given in the description)? Why?&#10;. Number of responses: 40 responses." id="2447" name="Google Shape;2447;p45" title="Would you be willing to try this product (given in the description)? Why?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7371"/>
            <a:ext cx="9144003" cy="4348759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45"/>
          <p:cNvSpPr txBox="1"/>
          <p:nvPr>
            <p:ph type="title"/>
          </p:nvPr>
        </p:nvSpPr>
        <p:spPr>
          <a:xfrm>
            <a:off x="563100" y="133950"/>
            <a:ext cx="8017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#1: Customers are willing to try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4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Journey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4" name="Google Shape;2454;p46"/>
          <p:cNvSpPr txBox="1"/>
          <p:nvPr/>
        </p:nvSpPr>
        <p:spPr>
          <a:xfrm>
            <a:off x="225700" y="3332625"/>
            <a:ext cx="2037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Learns Problem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5" name="Google Shape;2455;p46"/>
          <p:cNvSpPr txBox="1"/>
          <p:nvPr/>
        </p:nvSpPr>
        <p:spPr>
          <a:xfrm>
            <a:off x="225701" y="3714167"/>
            <a:ext cx="20379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Customer learns the problem through their dentists.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6" name="Google Shape;2456;p46"/>
          <p:cNvSpPr txBox="1"/>
          <p:nvPr/>
        </p:nvSpPr>
        <p:spPr>
          <a:xfrm>
            <a:off x="2384049" y="2087250"/>
            <a:ext cx="254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Learns Technology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7" name="Google Shape;2457;p46"/>
          <p:cNvSpPr txBox="1"/>
          <p:nvPr/>
        </p:nvSpPr>
        <p:spPr>
          <a:xfrm>
            <a:off x="2384049" y="2365438"/>
            <a:ext cx="2549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Customer then learns about the technology that solves the problem.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8" name="Google Shape;2458;p46"/>
          <p:cNvSpPr txBox="1"/>
          <p:nvPr/>
        </p:nvSpPr>
        <p:spPr>
          <a:xfrm>
            <a:off x="6636148" y="2524463"/>
            <a:ext cx="249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Customer sees the results and adopts the product 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9" name="Google Shape;2459;p46"/>
          <p:cNvSpPr txBox="1"/>
          <p:nvPr/>
        </p:nvSpPr>
        <p:spPr>
          <a:xfrm>
            <a:off x="6864909" y="2206438"/>
            <a:ext cx="2037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Results &amp; Reuse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0" name="Google Shape;2460;p46"/>
          <p:cNvSpPr txBox="1"/>
          <p:nvPr/>
        </p:nvSpPr>
        <p:spPr>
          <a:xfrm>
            <a:off x="4766019" y="3332625"/>
            <a:ext cx="2037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Tries the product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1" name="Google Shape;2461;p46"/>
          <p:cNvSpPr txBox="1"/>
          <p:nvPr/>
        </p:nvSpPr>
        <p:spPr>
          <a:xfrm>
            <a:off x="4765995" y="3690467"/>
            <a:ext cx="20379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Customer tries the product.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2" name="Google Shape;2462;p46"/>
          <p:cNvSpPr txBox="1"/>
          <p:nvPr>
            <p:ph idx="4294967295" type="title"/>
          </p:nvPr>
        </p:nvSpPr>
        <p:spPr>
          <a:xfrm>
            <a:off x="719991" y="226580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01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463" name="Google Shape;2463;p46"/>
          <p:cNvSpPr txBox="1"/>
          <p:nvPr>
            <p:ph idx="4294967295" type="title"/>
          </p:nvPr>
        </p:nvSpPr>
        <p:spPr>
          <a:xfrm>
            <a:off x="3204841" y="3356475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02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464" name="Google Shape;2464;p46"/>
          <p:cNvSpPr txBox="1"/>
          <p:nvPr>
            <p:ph idx="4294967295" type="title"/>
          </p:nvPr>
        </p:nvSpPr>
        <p:spPr>
          <a:xfrm>
            <a:off x="5330891" y="226580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03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465" name="Google Shape;2465;p46"/>
          <p:cNvSpPr txBox="1"/>
          <p:nvPr>
            <p:ph idx="4294967295" type="title"/>
          </p:nvPr>
        </p:nvSpPr>
        <p:spPr>
          <a:xfrm>
            <a:off x="7295466" y="3236575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04</a:t>
            </a:r>
            <a:endParaRPr sz="2400">
              <a:solidFill>
                <a:schemeClr val="dk1"/>
              </a:solidFill>
            </a:endParaRPr>
          </a:p>
        </p:txBody>
      </p:sp>
      <p:cxnSp>
        <p:nvCxnSpPr>
          <p:cNvPr id="2466" name="Google Shape;2466;p46"/>
          <p:cNvCxnSpPr>
            <a:stCxn id="2462" idx="3"/>
            <a:endCxn id="2463" idx="1"/>
          </p:cNvCxnSpPr>
          <p:nvPr/>
        </p:nvCxnSpPr>
        <p:spPr>
          <a:xfrm>
            <a:off x="1628091" y="2504600"/>
            <a:ext cx="1576800" cy="10908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46"/>
          <p:cNvCxnSpPr>
            <a:stCxn id="2463" idx="3"/>
            <a:endCxn id="2464" idx="1"/>
          </p:cNvCxnSpPr>
          <p:nvPr/>
        </p:nvCxnSpPr>
        <p:spPr>
          <a:xfrm flipH="1" rot="10800000">
            <a:off x="4112941" y="2504475"/>
            <a:ext cx="1218000" cy="10908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8" name="Google Shape;2468;p46"/>
          <p:cNvCxnSpPr>
            <a:stCxn id="2464" idx="3"/>
            <a:endCxn id="2465" idx="1"/>
          </p:cNvCxnSpPr>
          <p:nvPr/>
        </p:nvCxnSpPr>
        <p:spPr>
          <a:xfrm>
            <a:off x="6238991" y="2504600"/>
            <a:ext cx="1056600" cy="9708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4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#2: Education is crucial</a:t>
            </a:r>
            <a:endParaRPr/>
          </a:p>
        </p:txBody>
      </p:sp>
      <p:sp>
        <p:nvSpPr>
          <p:cNvPr id="2474" name="Google Shape;2474;p47"/>
          <p:cNvSpPr txBox="1"/>
          <p:nvPr>
            <p:ph idx="1" type="body"/>
          </p:nvPr>
        </p:nvSpPr>
        <p:spPr>
          <a:xfrm>
            <a:off x="720000" y="1152475"/>
            <a:ext cx="77040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found educating the customer is central in selling the technology. User needs to learn the problem and its severity before they try </a:t>
            </a:r>
            <a:r>
              <a:rPr lang="en"/>
              <a:t>the</a:t>
            </a:r>
            <a:r>
              <a:rPr lang="en"/>
              <a:t> product.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Means of educating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b="1" lang="en"/>
              <a:t>Dentists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: We found dentist are the primary contact of dental education for most of our customers.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b="1" lang="en"/>
              <a:t>Word of mouth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: Second biggest means for dental education comes from family and friends. 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pSp>
        <p:nvGrpSpPr>
          <p:cNvPr id="2475" name="Google Shape;2475;p47"/>
          <p:cNvGrpSpPr/>
          <p:nvPr/>
        </p:nvGrpSpPr>
        <p:grpSpPr>
          <a:xfrm>
            <a:off x="769197" y="3196192"/>
            <a:ext cx="1917083" cy="1395226"/>
            <a:chOff x="3972772" y="2726842"/>
            <a:chExt cx="1917083" cy="1395226"/>
          </a:xfrm>
        </p:grpSpPr>
        <p:sp>
          <p:nvSpPr>
            <p:cNvPr id="2476" name="Google Shape;2476;p47"/>
            <p:cNvSpPr/>
            <p:nvPr/>
          </p:nvSpPr>
          <p:spPr>
            <a:xfrm>
              <a:off x="3972772" y="2726842"/>
              <a:ext cx="1586486" cy="1395226"/>
            </a:xfrm>
            <a:custGeom>
              <a:rect b="b" l="l" r="r" t="t"/>
              <a:pathLst>
                <a:path extrusionOk="0" h="24066" w="27365">
                  <a:moveTo>
                    <a:pt x="15823" y="0"/>
                  </a:moveTo>
                  <a:cubicBezTo>
                    <a:pt x="15148" y="0"/>
                    <a:pt x="14470" y="114"/>
                    <a:pt x="13792" y="362"/>
                  </a:cubicBezTo>
                  <a:cubicBezTo>
                    <a:pt x="13604" y="426"/>
                    <a:pt x="13398" y="462"/>
                    <a:pt x="13195" y="462"/>
                  </a:cubicBezTo>
                  <a:cubicBezTo>
                    <a:pt x="13040" y="462"/>
                    <a:pt x="12886" y="441"/>
                    <a:pt x="12742" y="395"/>
                  </a:cubicBezTo>
                  <a:cubicBezTo>
                    <a:pt x="12350" y="258"/>
                    <a:pt x="11940" y="193"/>
                    <a:pt x="11519" y="193"/>
                  </a:cubicBezTo>
                  <a:cubicBezTo>
                    <a:pt x="7507" y="193"/>
                    <a:pt x="2382" y="6058"/>
                    <a:pt x="1" y="11249"/>
                  </a:cubicBezTo>
                  <a:cubicBezTo>
                    <a:pt x="1496" y="16287"/>
                    <a:pt x="4540" y="20527"/>
                    <a:pt x="8336" y="22601"/>
                  </a:cubicBezTo>
                  <a:cubicBezTo>
                    <a:pt x="10094" y="23577"/>
                    <a:pt x="12002" y="24066"/>
                    <a:pt x="13906" y="24066"/>
                  </a:cubicBezTo>
                  <a:cubicBezTo>
                    <a:pt x="16111" y="24066"/>
                    <a:pt x="18311" y="23411"/>
                    <a:pt x="20273" y="22102"/>
                  </a:cubicBezTo>
                  <a:cubicBezTo>
                    <a:pt x="23928" y="19637"/>
                    <a:pt x="26673" y="14878"/>
                    <a:pt x="27365" y="9560"/>
                  </a:cubicBezTo>
                  <a:cubicBezTo>
                    <a:pt x="24600" y="4988"/>
                    <a:pt x="20285" y="0"/>
                    <a:pt x="1582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47"/>
            <p:cNvSpPr/>
            <p:nvPr/>
          </p:nvSpPr>
          <p:spPr>
            <a:xfrm>
              <a:off x="4019383" y="2906969"/>
              <a:ext cx="1494827" cy="1022679"/>
            </a:xfrm>
            <a:custGeom>
              <a:rect b="b" l="l" r="r" t="t"/>
              <a:pathLst>
                <a:path extrusionOk="0" h="17640" w="25784">
                  <a:moveTo>
                    <a:pt x="13226" y="1"/>
                  </a:moveTo>
                  <a:cubicBezTo>
                    <a:pt x="12971" y="1"/>
                    <a:pt x="12717" y="9"/>
                    <a:pt x="12463" y="26"/>
                  </a:cubicBezTo>
                  <a:cubicBezTo>
                    <a:pt x="7452" y="385"/>
                    <a:pt x="2573" y="3542"/>
                    <a:pt x="1" y="8029"/>
                  </a:cubicBezTo>
                  <a:cubicBezTo>
                    <a:pt x="1383" y="11797"/>
                    <a:pt x="4268" y="14981"/>
                    <a:pt x="7837" y="16563"/>
                  </a:cubicBezTo>
                  <a:cubicBezTo>
                    <a:pt x="9491" y="17279"/>
                    <a:pt x="11286" y="17640"/>
                    <a:pt x="13078" y="17640"/>
                  </a:cubicBezTo>
                  <a:cubicBezTo>
                    <a:pt x="15159" y="17640"/>
                    <a:pt x="17237" y="17153"/>
                    <a:pt x="19083" y="16171"/>
                  </a:cubicBezTo>
                  <a:cubicBezTo>
                    <a:pt x="22546" y="14316"/>
                    <a:pt x="25118" y="10747"/>
                    <a:pt x="25783" y="6759"/>
                  </a:cubicBezTo>
                  <a:cubicBezTo>
                    <a:pt x="22812" y="2892"/>
                    <a:pt x="17972" y="1"/>
                    <a:pt x="132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47"/>
            <p:cNvSpPr/>
            <p:nvPr/>
          </p:nvSpPr>
          <p:spPr>
            <a:xfrm>
              <a:off x="4080313" y="2906912"/>
              <a:ext cx="1419634" cy="374634"/>
            </a:xfrm>
            <a:custGeom>
              <a:rect b="b" l="l" r="r" t="t"/>
              <a:pathLst>
                <a:path extrusionOk="0" h="6462" w="24487">
                  <a:moveTo>
                    <a:pt x="12196" y="1"/>
                  </a:moveTo>
                  <a:cubicBezTo>
                    <a:pt x="11935" y="1"/>
                    <a:pt x="11673" y="9"/>
                    <a:pt x="11412" y="27"/>
                  </a:cubicBezTo>
                  <a:cubicBezTo>
                    <a:pt x="7039" y="360"/>
                    <a:pt x="2719" y="2825"/>
                    <a:pt x="0" y="6454"/>
                  </a:cubicBezTo>
                  <a:cubicBezTo>
                    <a:pt x="193" y="6428"/>
                    <a:pt x="392" y="6368"/>
                    <a:pt x="585" y="6288"/>
                  </a:cubicBezTo>
                  <a:cubicBezTo>
                    <a:pt x="1163" y="6062"/>
                    <a:pt x="1662" y="5650"/>
                    <a:pt x="1994" y="5125"/>
                  </a:cubicBezTo>
                  <a:cubicBezTo>
                    <a:pt x="2136" y="5152"/>
                    <a:pt x="2282" y="5165"/>
                    <a:pt x="2429" y="5165"/>
                  </a:cubicBezTo>
                  <a:cubicBezTo>
                    <a:pt x="3338" y="5165"/>
                    <a:pt x="4291" y="4669"/>
                    <a:pt x="4766" y="3902"/>
                  </a:cubicBezTo>
                  <a:cubicBezTo>
                    <a:pt x="5171" y="4088"/>
                    <a:pt x="5618" y="4178"/>
                    <a:pt x="6064" y="4178"/>
                  </a:cubicBezTo>
                  <a:cubicBezTo>
                    <a:pt x="6898" y="4178"/>
                    <a:pt x="7733" y="3864"/>
                    <a:pt x="8308" y="3271"/>
                  </a:cubicBezTo>
                  <a:cubicBezTo>
                    <a:pt x="8790" y="3499"/>
                    <a:pt x="9334" y="3618"/>
                    <a:pt x="9873" y="3618"/>
                  </a:cubicBezTo>
                  <a:cubicBezTo>
                    <a:pt x="10634" y="3618"/>
                    <a:pt x="11385" y="3381"/>
                    <a:pt x="11937" y="2879"/>
                  </a:cubicBezTo>
                  <a:cubicBezTo>
                    <a:pt x="12506" y="3381"/>
                    <a:pt x="13254" y="3618"/>
                    <a:pt x="14010" y="3618"/>
                  </a:cubicBezTo>
                  <a:cubicBezTo>
                    <a:pt x="14545" y="3618"/>
                    <a:pt x="15084" y="3499"/>
                    <a:pt x="15566" y="3271"/>
                  </a:cubicBezTo>
                  <a:cubicBezTo>
                    <a:pt x="16142" y="3864"/>
                    <a:pt x="16988" y="4178"/>
                    <a:pt x="17823" y="4178"/>
                  </a:cubicBezTo>
                  <a:cubicBezTo>
                    <a:pt x="18269" y="4178"/>
                    <a:pt x="18713" y="4088"/>
                    <a:pt x="19109" y="3902"/>
                  </a:cubicBezTo>
                  <a:cubicBezTo>
                    <a:pt x="19613" y="4669"/>
                    <a:pt x="20545" y="5165"/>
                    <a:pt x="21465" y="5165"/>
                  </a:cubicBezTo>
                  <a:cubicBezTo>
                    <a:pt x="21613" y="5165"/>
                    <a:pt x="21761" y="5152"/>
                    <a:pt x="21907" y="5125"/>
                  </a:cubicBezTo>
                  <a:cubicBezTo>
                    <a:pt x="22213" y="5650"/>
                    <a:pt x="22738" y="6062"/>
                    <a:pt x="23323" y="6288"/>
                  </a:cubicBezTo>
                  <a:cubicBezTo>
                    <a:pt x="23623" y="6405"/>
                    <a:pt x="23959" y="6461"/>
                    <a:pt x="24290" y="6461"/>
                  </a:cubicBezTo>
                  <a:cubicBezTo>
                    <a:pt x="24356" y="6461"/>
                    <a:pt x="24421" y="6459"/>
                    <a:pt x="24486" y="6454"/>
                  </a:cubicBezTo>
                  <a:cubicBezTo>
                    <a:pt x="21498" y="2730"/>
                    <a:pt x="16819" y="1"/>
                    <a:pt x="1219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47"/>
            <p:cNvSpPr/>
            <p:nvPr/>
          </p:nvSpPr>
          <p:spPr>
            <a:xfrm>
              <a:off x="4131909" y="3584229"/>
              <a:ext cx="1271682" cy="345415"/>
            </a:xfrm>
            <a:custGeom>
              <a:rect b="b" l="l" r="r" t="t"/>
              <a:pathLst>
                <a:path extrusionOk="0" h="5958" w="21935">
                  <a:moveTo>
                    <a:pt x="21854" y="1"/>
                  </a:moveTo>
                  <a:cubicBezTo>
                    <a:pt x="21050" y="1"/>
                    <a:pt x="20258" y="384"/>
                    <a:pt x="19801" y="1059"/>
                  </a:cubicBezTo>
                  <a:cubicBezTo>
                    <a:pt x="19509" y="933"/>
                    <a:pt x="19196" y="870"/>
                    <a:pt x="18888" y="870"/>
                  </a:cubicBezTo>
                  <a:cubicBezTo>
                    <a:pt x="18580" y="870"/>
                    <a:pt x="18276" y="933"/>
                    <a:pt x="18000" y="1059"/>
                  </a:cubicBezTo>
                  <a:cubicBezTo>
                    <a:pt x="17415" y="1305"/>
                    <a:pt x="16950" y="1777"/>
                    <a:pt x="16724" y="2329"/>
                  </a:cubicBezTo>
                  <a:cubicBezTo>
                    <a:pt x="16383" y="2099"/>
                    <a:pt x="15969" y="1987"/>
                    <a:pt x="15549" y="1987"/>
                  </a:cubicBezTo>
                  <a:cubicBezTo>
                    <a:pt x="14912" y="1987"/>
                    <a:pt x="14263" y="2246"/>
                    <a:pt x="13846" y="2747"/>
                  </a:cubicBezTo>
                  <a:cubicBezTo>
                    <a:pt x="13452" y="2551"/>
                    <a:pt x="13045" y="2453"/>
                    <a:pt x="12646" y="2453"/>
                  </a:cubicBezTo>
                  <a:cubicBezTo>
                    <a:pt x="12033" y="2453"/>
                    <a:pt x="11437" y="2682"/>
                    <a:pt x="10934" y="3133"/>
                  </a:cubicBezTo>
                  <a:cubicBezTo>
                    <a:pt x="10432" y="2682"/>
                    <a:pt x="9838" y="2453"/>
                    <a:pt x="9228" y="2453"/>
                  </a:cubicBezTo>
                  <a:cubicBezTo>
                    <a:pt x="8829" y="2453"/>
                    <a:pt x="8423" y="2551"/>
                    <a:pt x="8030" y="2747"/>
                  </a:cubicBezTo>
                  <a:cubicBezTo>
                    <a:pt x="7629" y="2246"/>
                    <a:pt x="6986" y="1987"/>
                    <a:pt x="6345" y="1987"/>
                  </a:cubicBezTo>
                  <a:cubicBezTo>
                    <a:pt x="5924" y="1987"/>
                    <a:pt x="5503" y="2099"/>
                    <a:pt x="5152" y="2329"/>
                  </a:cubicBezTo>
                  <a:cubicBezTo>
                    <a:pt x="4926" y="1777"/>
                    <a:pt x="4454" y="1305"/>
                    <a:pt x="3902" y="1059"/>
                  </a:cubicBezTo>
                  <a:cubicBezTo>
                    <a:pt x="3613" y="933"/>
                    <a:pt x="3302" y="870"/>
                    <a:pt x="2994" y="870"/>
                  </a:cubicBezTo>
                  <a:cubicBezTo>
                    <a:pt x="2686" y="870"/>
                    <a:pt x="2380" y="933"/>
                    <a:pt x="2101" y="1059"/>
                  </a:cubicBezTo>
                  <a:cubicBezTo>
                    <a:pt x="1629" y="394"/>
                    <a:pt x="798" y="2"/>
                    <a:pt x="1" y="2"/>
                  </a:cubicBezTo>
                  <a:cubicBezTo>
                    <a:pt x="1523" y="2136"/>
                    <a:pt x="3543" y="3851"/>
                    <a:pt x="5896" y="4881"/>
                  </a:cubicBezTo>
                  <a:cubicBezTo>
                    <a:pt x="7550" y="5597"/>
                    <a:pt x="9345" y="5958"/>
                    <a:pt x="11137" y="5958"/>
                  </a:cubicBezTo>
                  <a:cubicBezTo>
                    <a:pt x="13218" y="5958"/>
                    <a:pt x="15296" y="5471"/>
                    <a:pt x="17142" y="4489"/>
                  </a:cubicBezTo>
                  <a:cubicBezTo>
                    <a:pt x="19076" y="3439"/>
                    <a:pt x="20712" y="1890"/>
                    <a:pt x="21935" y="2"/>
                  </a:cubicBezTo>
                  <a:cubicBezTo>
                    <a:pt x="21908" y="1"/>
                    <a:pt x="21881" y="1"/>
                    <a:pt x="2185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47"/>
            <p:cNvSpPr/>
            <p:nvPr/>
          </p:nvSpPr>
          <p:spPr>
            <a:xfrm>
              <a:off x="4565433" y="3155854"/>
              <a:ext cx="773792" cy="415797"/>
            </a:xfrm>
            <a:custGeom>
              <a:rect b="b" l="l" r="r" t="t"/>
              <a:pathLst>
                <a:path extrusionOk="0" h="7172" w="13347">
                  <a:moveTo>
                    <a:pt x="12595" y="0"/>
                  </a:moveTo>
                  <a:lnTo>
                    <a:pt x="0" y="5510"/>
                  </a:lnTo>
                  <a:lnTo>
                    <a:pt x="718" y="7172"/>
                  </a:lnTo>
                  <a:lnTo>
                    <a:pt x="13347" y="1662"/>
                  </a:lnTo>
                  <a:lnTo>
                    <a:pt x="1259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47"/>
            <p:cNvSpPr/>
            <p:nvPr/>
          </p:nvSpPr>
          <p:spPr>
            <a:xfrm>
              <a:off x="4565433" y="3353142"/>
              <a:ext cx="322573" cy="218508"/>
            </a:xfrm>
            <a:custGeom>
              <a:rect b="b" l="l" r="r" t="t"/>
              <a:pathLst>
                <a:path extrusionOk="0" h="3769" w="5564">
                  <a:moveTo>
                    <a:pt x="4846" y="0"/>
                  </a:moveTo>
                  <a:lnTo>
                    <a:pt x="0" y="2107"/>
                  </a:lnTo>
                  <a:lnTo>
                    <a:pt x="718" y="3769"/>
                  </a:lnTo>
                  <a:lnTo>
                    <a:pt x="5563" y="1662"/>
                  </a:lnTo>
                  <a:cubicBezTo>
                    <a:pt x="5424" y="1057"/>
                    <a:pt x="5178" y="499"/>
                    <a:pt x="48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47"/>
            <p:cNvSpPr/>
            <p:nvPr/>
          </p:nvSpPr>
          <p:spPr>
            <a:xfrm>
              <a:off x="4235971" y="3263339"/>
              <a:ext cx="629666" cy="552908"/>
            </a:xfrm>
            <a:custGeom>
              <a:rect b="b" l="l" r="r" t="t"/>
              <a:pathLst>
                <a:path extrusionOk="0" h="9537" w="10861">
                  <a:moveTo>
                    <a:pt x="5446" y="1"/>
                  </a:moveTo>
                  <a:cubicBezTo>
                    <a:pt x="4802" y="1"/>
                    <a:pt x="4149" y="133"/>
                    <a:pt x="3523" y="413"/>
                  </a:cubicBezTo>
                  <a:cubicBezTo>
                    <a:pt x="1110" y="1470"/>
                    <a:pt x="0" y="4268"/>
                    <a:pt x="1084" y="6674"/>
                  </a:cubicBezTo>
                  <a:cubicBezTo>
                    <a:pt x="1864" y="8467"/>
                    <a:pt x="3610" y="9537"/>
                    <a:pt x="5446" y="9537"/>
                  </a:cubicBezTo>
                  <a:cubicBezTo>
                    <a:pt x="6081" y="9537"/>
                    <a:pt x="6725" y="9409"/>
                    <a:pt x="7345" y="9140"/>
                  </a:cubicBezTo>
                  <a:cubicBezTo>
                    <a:pt x="9751" y="8090"/>
                    <a:pt x="10861" y="5265"/>
                    <a:pt x="9804" y="2852"/>
                  </a:cubicBezTo>
                  <a:cubicBezTo>
                    <a:pt x="9027" y="1071"/>
                    <a:pt x="7278" y="1"/>
                    <a:pt x="544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47"/>
            <p:cNvSpPr/>
            <p:nvPr/>
          </p:nvSpPr>
          <p:spPr>
            <a:xfrm>
              <a:off x="4287625" y="3307980"/>
              <a:ext cx="526413" cy="463162"/>
            </a:xfrm>
            <a:custGeom>
              <a:rect b="b" l="l" r="r" t="t"/>
              <a:pathLst>
                <a:path extrusionOk="0" h="7989" w="9080">
                  <a:moveTo>
                    <a:pt x="4543" y="0"/>
                  </a:moveTo>
                  <a:cubicBezTo>
                    <a:pt x="4005" y="0"/>
                    <a:pt x="3457" y="110"/>
                    <a:pt x="2931" y="341"/>
                  </a:cubicBezTo>
                  <a:cubicBezTo>
                    <a:pt x="911" y="1225"/>
                    <a:pt x="0" y="3578"/>
                    <a:pt x="884" y="5598"/>
                  </a:cubicBezTo>
                  <a:cubicBezTo>
                    <a:pt x="1540" y="7097"/>
                    <a:pt x="3007" y="7988"/>
                    <a:pt x="4546" y="7988"/>
                  </a:cubicBezTo>
                  <a:cubicBezTo>
                    <a:pt x="5082" y="7988"/>
                    <a:pt x="5626" y="7880"/>
                    <a:pt x="6148" y="7652"/>
                  </a:cubicBezTo>
                  <a:cubicBezTo>
                    <a:pt x="8169" y="6761"/>
                    <a:pt x="9079" y="4408"/>
                    <a:pt x="8195" y="2388"/>
                  </a:cubicBezTo>
                  <a:cubicBezTo>
                    <a:pt x="7541" y="891"/>
                    <a:pt x="6080" y="0"/>
                    <a:pt x="45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47"/>
            <p:cNvSpPr/>
            <p:nvPr/>
          </p:nvSpPr>
          <p:spPr>
            <a:xfrm>
              <a:off x="4370817" y="3344852"/>
              <a:ext cx="197753" cy="145517"/>
            </a:xfrm>
            <a:custGeom>
              <a:rect b="b" l="l" r="r" t="t"/>
              <a:pathLst>
                <a:path extrusionOk="0" h="2510" w="3411">
                  <a:moveTo>
                    <a:pt x="2881" y="0"/>
                  </a:moveTo>
                  <a:cubicBezTo>
                    <a:pt x="2863" y="0"/>
                    <a:pt x="2844" y="2"/>
                    <a:pt x="2825" y="4"/>
                  </a:cubicBezTo>
                  <a:cubicBezTo>
                    <a:pt x="2467" y="37"/>
                    <a:pt x="2108" y="117"/>
                    <a:pt x="1749" y="283"/>
                  </a:cubicBezTo>
                  <a:cubicBezTo>
                    <a:pt x="1057" y="589"/>
                    <a:pt x="499" y="1087"/>
                    <a:pt x="140" y="1752"/>
                  </a:cubicBezTo>
                  <a:cubicBezTo>
                    <a:pt x="1" y="1998"/>
                    <a:pt x="114" y="2303"/>
                    <a:pt x="366" y="2443"/>
                  </a:cubicBezTo>
                  <a:cubicBezTo>
                    <a:pt x="446" y="2488"/>
                    <a:pt x="532" y="2510"/>
                    <a:pt x="617" y="2510"/>
                  </a:cubicBezTo>
                  <a:cubicBezTo>
                    <a:pt x="793" y="2510"/>
                    <a:pt x="963" y="2416"/>
                    <a:pt x="1057" y="2250"/>
                  </a:cubicBezTo>
                  <a:cubicBezTo>
                    <a:pt x="1303" y="1778"/>
                    <a:pt x="1696" y="1419"/>
                    <a:pt x="2161" y="1227"/>
                  </a:cubicBezTo>
                  <a:cubicBezTo>
                    <a:pt x="2413" y="1114"/>
                    <a:pt x="2659" y="1061"/>
                    <a:pt x="2912" y="1034"/>
                  </a:cubicBezTo>
                  <a:cubicBezTo>
                    <a:pt x="3218" y="1001"/>
                    <a:pt x="3410" y="755"/>
                    <a:pt x="3384" y="476"/>
                  </a:cubicBezTo>
                  <a:cubicBezTo>
                    <a:pt x="3384" y="422"/>
                    <a:pt x="3384" y="369"/>
                    <a:pt x="3357" y="309"/>
                  </a:cubicBezTo>
                  <a:cubicBezTo>
                    <a:pt x="3278" y="133"/>
                    <a:pt x="3087" y="0"/>
                    <a:pt x="288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47"/>
            <p:cNvSpPr/>
            <p:nvPr/>
          </p:nvSpPr>
          <p:spPr>
            <a:xfrm>
              <a:off x="4356555" y="3537501"/>
              <a:ext cx="77165" cy="98905"/>
            </a:xfrm>
            <a:custGeom>
              <a:rect b="b" l="l" r="r" t="t"/>
              <a:pathLst>
                <a:path extrusionOk="0" h="1706" w="1331">
                  <a:moveTo>
                    <a:pt x="516" y="0"/>
                  </a:moveTo>
                  <a:cubicBezTo>
                    <a:pt x="493" y="0"/>
                    <a:pt x="470" y="1"/>
                    <a:pt x="446" y="4"/>
                  </a:cubicBezTo>
                  <a:cubicBezTo>
                    <a:pt x="167" y="64"/>
                    <a:pt x="1" y="310"/>
                    <a:pt x="27" y="616"/>
                  </a:cubicBezTo>
                  <a:cubicBezTo>
                    <a:pt x="81" y="868"/>
                    <a:pt x="167" y="1141"/>
                    <a:pt x="280" y="1393"/>
                  </a:cubicBezTo>
                  <a:cubicBezTo>
                    <a:pt x="361" y="1580"/>
                    <a:pt x="557" y="1705"/>
                    <a:pt x="757" y="1705"/>
                  </a:cubicBezTo>
                  <a:cubicBezTo>
                    <a:pt x="820" y="1705"/>
                    <a:pt x="884" y="1693"/>
                    <a:pt x="945" y="1666"/>
                  </a:cubicBezTo>
                  <a:cubicBezTo>
                    <a:pt x="1217" y="1533"/>
                    <a:pt x="1330" y="1254"/>
                    <a:pt x="1217" y="974"/>
                  </a:cubicBezTo>
                  <a:cubicBezTo>
                    <a:pt x="1137" y="808"/>
                    <a:pt x="1077" y="616"/>
                    <a:pt x="1051" y="423"/>
                  </a:cubicBezTo>
                  <a:cubicBezTo>
                    <a:pt x="1051" y="396"/>
                    <a:pt x="1024" y="336"/>
                    <a:pt x="1024" y="310"/>
                  </a:cubicBezTo>
                  <a:cubicBezTo>
                    <a:pt x="922" y="112"/>
                    <a:pt x="733" y="0"/>
                    <a:pt x="51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47"/>
            <p:cNvSpPr/>
            <p:nvPr/>
          </p:nvSpPr>
          <p:spPr>
            <a:xfrm>
              <a:off x="5157630" y="2881113"/>
              <a:ext cx="732224" cy="481714"/>
            </a:xfrm>
            <a:custGeom>
              <a:rect b="b" l="l" r="r" t="t"/>
              <a:pathLst>
                <a:path extrusionOk="0" h="8309" w="12630">
                  <a:moveTo>
                    <a:pt x="10356" y="0"/>
                  </a:moveTo>
                  <a:lnTo>
                    <a:pt x="1" y="4547"/>
                  </a:lnTo>
                  <a:lnTo>
                    <a:pt x="1636" y="8308"/>
                  </a:lnTo>
                  <a:lnTo>
                    <a:pt x="12630" y="3490"/>
                  </a:lnTo>
                  <a:cubicBezTo>
                    <a:pt x="12297" y="2160"/>
                    <a:pt x="11440" y="918"/>
                    <a:pt x="103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7" name="Google Shape;2487;p47"/>
          <p:cNvGrpSpPr/>
          <p:nvPr/>
        </p:nvGrpSpPr>
        <p:grpSpPr>
          <a:xfrm>
            <a:off x="5761675" y="3212249"/>
            <a:ext cx="2693719" cy="1363133"/>
            <a:chOff x="-56975" y="3598063"/>
            <a:chExt cx="2253970" cy="1140602"/>
          </a:xfrm>
        </p:grpSpPr>
        <p:sp>
          <p:nvSpPr>
            <p:cNvPr id="2488" name="Google Shape;2488;p47"/>
            <p:cNvSpPr/>
            <p:nvPr/>
          </p:nvSpPr>
          <p:spPr>
            <a:xfrm>
              <a:off x="77081" y="4136271"/>
              <a:ext cx="601929" cy="602392"/>
            </a:xfrm>
            <a:custGeom>
              <a:rect b="b" l="l" r="r" t="t"/>
              <a:pathLst>
                <a:path extrusionOk="0" h="9113" w="9106">
                  <a:moveTo>
                    <a:pt x="0" y="0"/>
                  </a:moveTo>
                  <a:lnTo>
                    <a:pt x="0" y="9113"/>
                  </a:lnTo>
                  <a:lnTo>
                    <a:pt x="9106" y="9113"/>
                  </a:lnTo>
                  <a:lnTo>
                    <a:pt x="91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47"/>
            <p:cNvSpPr/>
            <p:nvPr/>
          </p:nvSpPr>
          <p:spPr>
            <a:xfrm>
              <a:off x="678947" y="3663967"/>
              <a:ext cx="782125" cy="1074694"/>
            </a:xfrm>
            <a:custGeom>
              <a:rect b="b" l="l" r="r" t="t"/>
              <a:pathLst>
                <a:path extrusionOk="0" h="16258" w="11832">
                  <a:moveTo>
                    <a:pt x="1" y="0"/>
                  </a:moveTo>
                  <a:lnTo>
                    <a:pt x="1" y="16258"/>
                  </a:lnTo>
                  <a:lnTo>
                    <a:pt x="11832" y="16258"/>
                  </a:lnTo>
                  <a:lnTo>
                    <a:pt x="1183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47"/>
            <p:cNvSpPr/>
            <p:nvPr/>
          </p:nvSpPr>
          <p:spPr>
            <a:xfrm>
              <a:off x="-56975" y="3914827"/>
              <a:ext cx="735985" cy="221509"/>
            </a:xfrm>
            <a:custGeom>
              <a:rect b="b" l="l" r="r" t="t"/>
              <a:pathLst>
                <a:path extrusionOk="0" h="3351" w="11134">
                  <a:moveTo>
                    <a:pt x="3357" y="0"/>
                  </a:moveTo>
                  <a:lnTo>
                    <a:pt x="1" y="3350"/>
                  </a:lnTo>
                  <a:lnTo>
                    <a:pt x="11134" y="3350"/>
                  </a:lnTo>
                  <a:lnTo>
                    <a:pt x="111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47"/>
            <p:cNvSpPr/>
            <p:nvPr/>
          </p:nvSpPr>
          <p:spPr>
            <a:xfrm>
              <a:off x="1461009" y="3914827"/>
              <a:ext cx="735985" cy="221509"/>
            </a:xfrm>
            <a:custGeom>
              <a:rect b="b" l="l" r="r" t="t"/>
              <a:pathLst>
                <a:path extrusionOk="0" h="3351" w="11134">
                  <a:moveTo>
                    <a:pt x="1" y="0"/>
                  </a:moveTo>
                  <a:lnTo>
                    <a:pt x="1" y="3350"/>
                  </a:lnTo>
                  <a:lnTo>
                    <a:pt x="11134" y="3350"/>
                  </a:lnTo>
                  <a:lnTo>
                    <a:pt x="777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47"/>
            <p:cNvSpPr/>
            <p:nvPr/>
          </p:nvSpPr>
          <p:spPr>
            <a:xfrm>
              <a:off x="1461009" y="4136271"/>
              <a:ext cx="601995" cy="602392"/>
            </a:xfrm>
            <a:custGeom>
              <a:rect b="b" l="l" r="r" t="t"/>
              <a:pathLst>
                <a:path extrusionOk="0" h="9113" w="9107">
                  <a:moveTo>
                    <a:pt x="1" y="0"/>
                  </a:moveTo>
                  <a:lnTo>
                    <a:pt x="1" y="9113"/>
                  </a:lnTo>
                  <a:lnTo>
                    <a:pt x="9107" y="9113"/>
                  </a:lnTo>
                  <a:lnTo>
                    <a:pt x="910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47"/>
            <p:cNvSpPr/>
            <p:nvPr/>
          </p:nvSpPr>
          <p:spPr>
            <a:xfrm>
              <a:off x="77081" y="4136271"/>
              <a:ext cx="601929" cy="47462"/>
            </a:xfrm>
            <a:custGeom>
              <a:rect b="b" l="l" r="r" t="t"/>
              <a:pathLst>
                <a:path extrusionOk="0" h="718" w="9106">
                  <a:moveTo>
                    <a:pt x="0" y="0"/>
                  </a:moveTo>
                  <a:lnTo>
                    <a:pt x="0" y="718"/>
                  </a:lnTo>
                  <a:lnTo>
                    <a:pt x="9106" y="718"/>
                  </a:lnTo>
                  <a:lnTo>
                    <a:pt x="91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47"/>
            <p:cNvSpPr/>
            <p:nvPr/>
          </p:nvSpPr>
          <p:spPr>
            <a:xfrm>
              <a:off x="1461009" y="4136271"/>
              <a:ext cx="601995" cy="47462"/>
            </a:xfrm>
            <a:custGeom>
              <a:rect b="b" l="l" r="r" t="t"/>
              <a:pathLst>
                <a:path extrusionOk="0" h="718" w="9107">
                  <a:moveTo>
                    <a:pt x="1" y="0"/>
                  </a:moveTo>
                  <a:lnTo>
                    <a:pt x="1" y="718"/>
                  </a:lnTo>
                  <a:lnTo>
                    <a:pt x="9107" y="718"/>
                  </a:lnTo>
                  <a:lnTo>
                    <a:pt x="910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47"/>
            <p:cNvSpPr/>
            <p:nvPr/>
          </p:nvSpPr>
          <p:spPr>
            <a:xfrm>
              <a:off x="631552" y="3598063"/>
              <a:ext cx="876982" cy="65970"/>
            </a:xfrm>
            <a:custGeom>
              <a:rect b="b" l="l" r="r" t="t"/>
              <a:pathLst>
                <a:path extrusionOk="0" h="998" w="13267">
                  <a:moveTo>
                    <a:pt x="0" y="0"/>
                  </a:moveTo>
                  <a:lnTo>
                    <a:pt x="0" y="997"/>
                  </a:lnTo>
                  <a:lnTo>
                    <a:pt x="13267" y="997"/>
                  </a:lnTo>
                  <a:lnTo>
                    <a:pt x="1326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47"/>
            <p:cNvSpPr/>
            <p:nvPr/>
          </p:nvSpPr>
          <p:spPr>
            <a:xfrm>
              <a:off x="678947" y="3848923"/>
              <a:ext cx="782125" cy="40058"/>
            </a:xfrm>
            <a:custGeom>
              <a:rect b="b" l="l" r="r" t="t"/>
              <a:pathLst>
                <a:path extrusionOk="0" h="606" w="11832">
                  <a:moveTo>
                    <a:pt x="1" y="0"/>
                  </a:moveTo>
                  <a:lnTo>
                    <a:pt x="1" y="605"/>
                  </a:lnTo>
                  <a:lnTo>
                    <a:pt x="11832" y="605"/>
                  </a:lnTo>
                  <a:lnTo>
                    <a:pt x="1183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7"/>
            <p:cNvSpPr/>
            <p:nvPr/>
          </p:nvSpPr>
          <p:spPr>
            <a:xfrm>
              <a:off x="678947" y="3956538"/>
              <a:ext cx="782125" cy="40521"/>
            </a:xfrm>
            <a:custGeom>
              <a:rect b="b" l="l" r="r" t="t"/>
              <a:pathLst>
                <a:path extrusionOk="0" h="613" w="11832">
                  <a:moveTo>
                    <a:pt x="1" y="1"/>
                  </a:moveTo>
                  <a:lnTo>
                    <a:pt x="1" y="612"/>
                  </a:lnTo>
                  <a:lnTo>
                    <a:pt x="11832" y="612"/>
                  </a:lnTo>
                  <a:lnTo>
                    <a:pt x="118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7"/>
            <p:cNvSpPr/>
            <p:nvPr/>
          </p:nvSpPr>
          <p:spPr>
            <a:xfrm>
              <a:off x="924585" y="3768079"/>
              <a:ext cx="290917" cy="291314"/>
            </a:xfrm>
            <a:custGeom>
              <a:rect b="b" l="l" r="r" t="t"/>
              <a:pathLst>
                <a:path extrusionOk="0" h="4407" w="4401">
                  <a:moveTo>
                    <a:pt x="2187" y="0"/>
                  </a:moveTo>
                  <a:cubicBezTo>
                    <a:pt x="997" y="0"/>
                    <a:pt x="0" y="997"/>
                    <a:pt x="0" y="2220"/>
                  </a:cubicBezTo>
                  <a:cubicBezTo>
                    <a:pt x="0" y="3437"/>
                    <a:pt x="997" y="4407"/>
                    <a:pt x="2187" y="4407"/>
                  </a:cubicBezTo>
                  <a:cubicBezTo>
                    <a:pt x="3403" y="4407"/>
                    <a:pt x="4400" y="3437"/>
                    <a:pt x="4400" y="2220"/>
                  </a:cubicBezTo>
                  <a:cubicBezTo>
                    <a:pt x="4400" y="997"/>
                    <a:pt x="3403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7"/>
            <p:cNvSpPr/>
            <p:nvPr/>
          </p:nvSpPr>
          <p:spPr>
            <a:xfrm>
              <a:off x="970262" y="3804501"/>
              <a:ext cx="201282" cy="231425"/>
            </a:xfrm>
            <a:custGeom>
              <a:rect b="b" l="l" r="r" t="t"/>
              <a:pathLst>
                <a:path extrusionOk="0" h="3501" w="3045">
                  <a:moveTo>
                    <a:pt x="2363" y="0"/>
                  </a:moveTo>
                  <a:cubicBezTo>
                    <a:pt x="2209" y="0"/>
                    <a:pt x="2042" y="45"/>
                    <a:pt x="1882" y="114"/>
                  </a:cubicBezTo>
                  <a:cubicBezTo>
                    <a:pt x="1772" y="161"/>
                    <a:pt x="1663" y="178"/>
                    <a:pt x="1556" y="178"/>
                  </a:cubicBezTo>
                  <a:cubicBezTo>
                    <a:pt x="1292" y="178"/>
                    <a:pt x="1034" y="77"/>
                    <a:pt x="778" y="77"/>
                  </a:cubicBezTo>
                  <a:cubicBezTo>
                    <a:pt x="638" y="77"/>
                    <a:pt x="499" y="107"/>
                    <a:pt x="360" y="200"/>
                  </a:cubicBezTo>
                  <a:cubicBezTo>
                    <a:pt x="27" y="420"/>
                    <a:pt x="27" y="779"/>
                    <a:pt x="27" y="1111"/>
                  </a:cubicBezTo>
                  <a:cubicBezTo>
                    <a:pt x="1" y="1503"/>
                    <a:pt x="306" y="1722"/>
                    <a:pt x="473" y="2055"/>
                  </a:cubicBezTo>
                  <a:cubicBezTo>
                    <a:pt x="579" y="2274"/>
                    <a:pt x="639" y="2553"/>
                    <a:pt x="665" y="2799"/>
                  </a:cubicBezTo>
                  <a:cubicBezTo>
                    <a:pt x="692" y="2999"/>
                    <a:pt x="692" y="3331"/>
                    <a:pt x="858" y="3437"/>
                  </a:cubicBezTo>
                  <a:cubicBezTo>
                    <a:pt x="898" y="3461"/>
                    <a:pt x="937" y="3471"/>
                    <a:pt x="974" y="3471"/>
                  </a:cubicBezTo>
                  <a:cubicBezTo>
                    <a:pt x="1115" y="3471"/>
                    <a:pt x="1229" y="3323"/>
                    <a:pt x="1277" y="3191"/>
                  </a:cubicBezTo>
                  <a:cubicBezTo>
                    <a:pt x="1303" y="3052"/>
                    <a:pt x="1303" y="2886"/>
                    <a:pt x="1330" y="2746"/>
                  </a:cubicBezTo>
                  <a:cubicBezTo>
                    <a:pt x="1379" y="2594"/>
                    <a:pt x="1478" y="2464"/>
                    <a:pt x="1622" y="2464"/>
                  </a:cubicBezTo>
                  <a:cubicBezTo>
                    <a:pt x="1635" y="2464"/>
                    <a:pt x="1648" y="2465"/>
                    <a:pt x="1662" y="2467"/>
                  </a:cubicBezTo>
                  <a:cubicBezTo>
                    <a:pt x="1802" y="2467"/>
                    <a:pt x="1882" y="2633"/>
                    <a:pt x="1908" y="2799"/>
                  </a:cubicBezTo>
                  <a:cubicBezTo>
                    <a:pt x="1908" y="2939"/>
                    <a:pt x="1882" y="3105"/>
                    <a:pt x="1908" y="3244"/>
                  </a:cubicBezTo>
                  <a:cubicBezTo>
                    <a:pt x="1939" y="3372"/>
                    <a:pt x="2053" y="3500"/>
                    <a:pt x="2200" y="3500"/>
                  </a:cubicBezTo>
                  <a:cubicBezTo>
                    <a:pt x="2213" y="3500"/>
                    <a:pt x="2227" y="3499"/>
                    <a:pt x="2241" y="3497"/>
                  </a:cubicBezTo>
                  <a:cubicBezTo>
                    <a:pt x="2440" y="3411"/>
                    <a:pt x="2493" y="3078"/>
                    <a:pt x="2466" y="2886"/>
                  </a:cubicBezTo>
                  <a:cubicBezTo>
                    <a:pt x="2466" y="2693"/>
                    <a:pt x="2466" y="2500"/>
                    <a:pt x="2520" y="2301"/>
                  </a:cubicBezTo>
                  <a:cubicBezTo>
                    <a:pt x="2573" y="2108"/>
                    <a:pt x="2686" y="1968"/>
                    <a:pt x="2739" y="1802"/>
                  </a:cubicBezTo>
                  <a:cubicBezTo>
                    <a:pt x="2938" y="1417"/>
                    <a:pt x="3045" y="945"/>
                    <a:pt x="2965" y="533"/>
                  </a:cubicBezTo>
                  <a:cubicBezTo>
                    <a:pt x="2876" y="141"/>
                    <a:pt x="2639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7"/>
            <p:cNvSpPr/>
            <p:nvPr/>
          </p:nvSpPr>
          <p:spPr>
            <a:xfrm>
              <a:off x="809038" y="4321227"/>
              <a:ext cx="522011" cy="417437"/>
            </a:xfrm>
            <a:custGeom>
              <a:rect b="b" l="l" r="r" t="t"/>
              <a:pathLst>
                <a:path extrusionOk="0" h="6315" w="7897">
                  <a:moveTo>
                    <a:pt x="0" y="0"/>
                  </a:moveTo>
                  <a:lnTo>
                    <a:pt x="0" y="6315"/>
                  </a:lnTo>
                  <a:lnTo>
                    <a:pt x="7896" y="6315"/>
                  </a:lnTo>
                  <a:lnTo>
                    <a:pt x="789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7"/>
            <p:cNvSpPr/>
            <p:nvPr/>
          </p:nvSpPr>
          <p:spPr>
            <a:xfrm>
              <a:off x="829265" y="4340992"/>
              <a:ext cx="481557" cy="397673"/>
            </a:xfrm>
            <a:custGeom>
              <a:rect b="b" l="l" r="r" t="t"/>
              <a:pathLst>
                <a:path extrusionOk="0" h="6016" w="7285">
                  <a:moveTo>
                    <a:pt x="0" y="0"/>
                  </a:moveTo>
                  <a:lnTo>
                    <a:pt x="0" y="6016"/>
                  </a:lnTo>
                  <a:lnTo>
                    <a:pt x="7285" y="6016"/>
                  </a:lnTo>
                  <a:lnTo>
                    <a:pt x="7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7"/>
            <p:cNvSpPr/>
            <p:nvPr/>
          </p:nvSpPr>
          <p:spPr>
            <a:xfrm>
              <a:off x="1059898" y="4340992"/>
              <a:ext cx="20293" cy="397673"/>
            </a:xfrm>
            <a:custGeom>
              <a:rect b="b" l="l" r="r" t="t"/>
              <a:pathLst>
                <a:path extrusionOk="0" h="6016" w="307">
                  <a:moveTo>
                    <a:pt x="1" y="0"/>
                  </a:moveTo>
                  <a:lnTo>
                    <a:pt x="1" y="6016"/>
                  </a:lnTo>
                  <a:lnTo>
                    <a:pt x="306" y="6016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7"/>
            <p:cNvSpPr/>
            <p:nvPr/>
          </p:nvSpPr>
          <p:spPr>
            <a:xfrm>
              <a:off x="1019509" y="4489459"/>
              <a:ext cx="13220" cy="100740"/>
            </a:xfrm>
            <a:custGeom>
              <a:rect b="b" l="l" r="r" t="t"/>
              <a:pathLst>
                <a:path extrusionOk="0" h="1524" w="200">
                  <a:moveTo>
                    <a:pt x="113" y="1"/>
                  </a:moveTo>
                  <a:cubicBezTo>
                    <a:pt x="60" y="1"/>
                    <a:pt x="0" y="28"/>
                    <a:pt x="0" y="81"/>
                  </a:cubicBezTo>
                  <a:lnTo>
                    <a:pt x="0" y="1443"/>
                  </a:lnTo>
                  <a:cubicBezTo>
                    <a:pt x="0" y="1496"/>
                    <a:pt x="60" y="1523"/>
                    <a:pt x="113" y="1523"/>
                  </a:cubicBezTo>
                  <a:cubicBezTo>
                    <a:pt x="166" y="1523"/>
                    <a:pt x="199" y="1496"/>
                    <a:pt x="199" y="1443"/>
                  </a:cubicBezTo>
                  <a:lnTo>
                    <a:pt x="199" y="81"/>
                  </a:lnTo>
                  <a:cubicBezTo>
                    <a:pt x="199" y="28"/>
                    <a:pt x="166" y="1"/>
                    <a:pt x="11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7"/>
            <p:cNvSpPr/>
            <p:nvPr/>
          </p:nvSpPr>
          <p:spPr>
            <a:xfrm>
              <a:off x="1107359" y="4489459"/>
              <a:ext cx="11039" cy="100740"/>
            </a:xfrm>
            <a:custGeom>
              <a:rect b="b" l="l" r="r" t="t"/>
              <a:pathLst>
                <a:path extrusionOk="0" h="1524" w="167">
                  <a:moveTo>
                    <a:pt x="87" y="1"/>
                  </a:moveTo>
                  <a:cubicBezTo>
                    <a:pt x="34" y="1"/>
                    <a:pt x="0" y="28"/>
                    <a:pt x="0" y="81"/>
                  </a:cubicBezTo>
                  <a:lnTo>
                    <a:pt x="0" y="1443"/>
                  </a:lnTo>
                  <a:cubicBezTo>
                    <a:pt x="0" y="1496"/>
                    <a:pt x="34" y="1523"/>
                    <a:pt x="87" y="1523"/>
                  </a:cubicBezTo>
                  <a:cubicBezTo>
                    <a:pt x="140" y="1523"/>
                    <a:pt x="167" y="1496"/>
                    <a:pt x="167" y="1443"/>
                  </a:cubicBezTo>
                  <a:lnTo>
                    <a:pt x="167" y="81"/>
                  </a:lnTo>
                  <a:cubicBezTo>
                    <a:pt x="167" y="28"/>
                    <a:pt x="140" y="1"/>
                    <a:pt x="8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47"/>
            <p:cNvSpPr/>
            <p:nvPr/>
          </p:nvSpPr>
          <p:spPr>
            <a:xfrm>
              <a:off x="192166" y="4284342"/>
              <a:ext cx="371760" cy="305856"/>
            </a:xfrm>
            <a:custGeom>
              <a:rect b="b" l="l" r="r" t="t"/>
              <a:pathLst>
                <a:path extrusionOk="0" h="4627" w="5624">
                  <a:moveTo>
                    <a:pt x="1" y="0"/>
                  </a:moveTo>
                  <a:lnTo>
                    <a:pt x="1" y="4626"/>
                  </a:lnTo>
                  <a:lnTo>
                    <a:pt x="5624" y="4626"/>
                  </a:lnTo>
                  <a:lnTo>
                    <a:pt x="56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47"/>
            <p:cNvSpPr/>
            <p:nvPr/>
          </p:nvSpPr>
          <p:spPr>
            <a:xfrm>
              <a:off x="212394" y="4304503"/>
              <a:ext cx="331306" cy="122686"/>
            </a:xfrm>
            <a:custGeom>
              <a:rect b="b" l="l" r="r" t="t"/>
              <a:pathLst>
                <a:path extrusionOk="0" h="1856" w="5012">
                  <a:moveTo>
                    <a:pt x="0" y="1"/>
                  </a:moveTo>
                  <a:lnTo>
                    <a:pt x="0" y="1855"/>
                  </a:lnTo>
                  <a:lnTo>
                    <a:pt x="5012" y="1855"/>
                  </a:lnTo>
                  <a:lnTo>
                    <a:pt x="501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7"/>
            <p:cNvSpPr/>
            <p:nvPr/>
          </p:nvSpPr>
          <p:spPr>
            <a:xfrm>
              <a:off x="212394" y="4447285"/>
              <a:ext cx="331306" cy="122686"/>
            </a:xfrm>
            <a:custGeom>
              <a:rect b="b" l="l" r="r" t="t"/>
              <a:pathLst>
                <a:path extrusionOk="0" h="1856" w="5012">
                  <a:moveTo>
                    <a:pt x="0" y="1"/>
                  </a:moveTo>
                  <a:lnTo>
                    <a:pt x="0" y="1855"/>
                  </a:lnTo>
                  <a:lnTo>
                    <a:pt x="5012" y="1855"/>
                  </a:lnTo>
                  <a:lnTo>
                    <a:pt x="501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7"/>
            <p:cNvSpPr/>
            <p:nvPr/>
          </p:nvSpPr>
          <p:spPr>
            <a:xfrm>
              <a:off x="1576160" y="4284342"/>
              <a:ext cx="371760" cy="305856"/>
            </a:xfrm>
            <a:custGeom>
              <a:rect b="b" l="l" r="r" t="t"/>
              <a:pathLst>
                <a:path extrusionOk="0" h="4627" w="5624">
                  <a:moveTo>
                    <a:pt x="0" y="0"/>
                  </a:moveTo>
                  <a:lnTo>
                    <a:pt x="0" y="4626"/>
                  </a:lnTo>
                  <a:lnTo>
                    <a:pt x="5623" y="4626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7"/>
            <p:cNvSpPr/>
            <p:nvPr/>
          </p:nvSpPr>
          <p:spPr>
            <a:xfrm>
              <a:off x="1596322" y="4304503"/>
              <a:ext cx="329587" cy="122686"/>
            </a:xfrm>
            <a:custGeom>
              <a:rect b="b" l="l" r="r" t="t"/>
              <a:pathLst>
                <a:path extrusionOk="0" h="1856" w="4986">
                  <a:moveTo>
                    <a:pt x="1" y="1"/>
                  </a:moveTo>
                  <a:lnTo>
                    <a:pt x="1" y="1855"/>
                  </a:lnTo>
                  <a:lnTo>
                    <a:pt x="4986" y="1855"/>
                  </a:lnTo>
                  <a:lnTo>
                    <a:pt x="4986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7"/>
            <p:cNvSpPr/>
            <p:nvPr/>
          </p:nvSpPr>
          <p:spPr>
            <a:xfrm>
              <a:off x="1596322" y="4447285"/>
              <a:ext cx="329587" cy="122686"/>
            </a:xfrm>
            <a:custGeom>
              <a:rect b="b" l="l" r="r" t="t"/>
              <a:pathLst>
                <a:path extrusionOk="0" h="1856" w="4986">
                  <a:moveTo>
                    <a:pt x="1" y="1"/>
                  </a:moveTo>
                  <a:lnTo>
                    <a:pt x="1" y="1855"/>
                  </a:lnTo>
                  <a:lnTo>
                    <a:pt x="4986" y="1855"/>
                  </a:lnTo>
                  <a:lnTo>
                    <a:pt x="4986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4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 sources</a:t>
            </a:r>
            <a:endParaRPr/>
          </a:p>
        </p:txBody>
      </p:sp>
      <p:pic>
        <p:nvPicPr>
          <p:cNvPr descr="Forms response chart. Question title: Where do you learn about your oral hygiene health?&#10;. Number of responses: 41 responses." id="2516" name="Google Shape;2516;p48" title="Where do you learn about your oral hygiene health?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150" y="1309200"/>
            <a:ext cx="7391698" cy="3515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49"/>
          <p:cNvSpPr txBox="1"/>
          <p:nvPr>
            <p:ph type="title"/>
          </p:nvPr>
        </p:nvSpPr>
        <p:spPr>
          <a:xfrm>
            <a:off x="720000" y="25635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#3: Feel the product Customer choice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522" name="Google Shape;2522;p49"/>
          <p:cNvGrpSpPr/>
          <p:nvPr/>
        </p:nvGrpSpPr>
        <p:grpSpPr>
          <a:xfrm>
            <a:off x="3097949" y="1480701"/>
            <a:ext cx="2948100" cy="2948100"/>
            <a:chOff x="1107174" y="1480701"/>
            <a:chExt cx="2948100" cy="2948100"/>
          </a:xfrm>
        </p:grpSpPr>
        <p:sp>
          <p:nvSpPr>
            <p:cNvPr id="2523" name="Google Shape;2523;p49"/>
            <p:cNvSpPr/>
            <p:nvPr/>
          </p:nvSpPr>
          <p:spPr>
            <a:xfrm>
              <a:off x="1107174" y="1480701"/>
              <a:ext cx="2948100" cy="2948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9"/>
            <p:cNvSpPr/>
            <p:nvPr/>
          </p:nvSpPr>
          <p:spPr>
            <a:xfrm>
              <a:off x="1374389" y="1747806"/>
              <a:ext cx="2414400" cy="241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9"/>
            <p:cNvSpPr/>
            <p:nvPr/>
          </p:nvSpPr>
          <p:spPr>
            <a:xfrm>
              <a:off x="1704332" y="2077528"/>
              <a:ext cx="1754400" cy="1754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9"/>
            <p:cNvSpPr/>
            <p:nvPr/>
          </p:nvSpPr>
          <p:spPr>
            <a:xfrm>
              <a:off x="2027981" y="2401066"/>
              <a:ext cx="1107300" cy="1107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7" name="Google Shape;2527;p49"/>
          <p:cNvSpPr txBox="1"/>
          <p:nvPr>
            <p:ph idx="4294967295" type="subTitle"/>
          </p:nvPr>
        </p:nvSpPr>
        <p:spPr>
          <a:xfrm>
            <a:off x="253802" y="2038575"/>
            <a:ext cx="25872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Safety and effectiveness of the product.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8" name="Google Shape;2528;p49"/>
          <p:cNvSpPr txBox="1"/>
          <p:nvPr>
            <p:ph idx="4294967295" type="subTitle"/>
          </p:nvPr>
        </p:nvSpPr>
        <p:spPr>
          <a:xfrm>
            <a:off x="6303303" y="2038575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the product is easy to use and not unconventional.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9" name="Google Shape;2529;p49"/>
          <p:cNvSpPr txBox="1"/>
          <p:nvPr>
            <p:ph idx="4294967295" type="subTitle"/>
          </p:nvPr>
        </p:nvSpPr>
        <p:spPr>
          <a:xfrm>
            <a:off x="720100" y="3600001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price is not too high.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0" name="Google Shape;2530;p49"/>
          <p:cNvSpPr txBox="1"/>
          <p:nvPr>
            <p:ph idx="4294967295" type="subTitle"/>
          </p:nvPr>
        </p:nvSpPr>
        <p:spPr>
          <a:xfrm>
            <a:off x="6303175" y="3600001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it is readily available in the market.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1" name="Google Shape;2531;p49"/>
          <p:cNvSpPr txBox="1"/>
          <p:nvPr>
            <p:ph idx="4294967295" type="subTitle"/>
          </p:nvPr>
        </p:nvSpPr>
        <p:spPr>
          <a:xfrm>
            <a:off x="160725" y="1630725"/>
            <a:ext cx="26802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Safety, feel the effectiveness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2" name="Google Shape;2532;p49"/>
          <p:cNvSpPr txBox="1"/>
          <p:nvPr>
            <p:ph idx="4294967295" type="subTitle"/>
          </p:nvPr>
        </p:nvSpPr>
        <p:spPr>
          <a:xfrm>
            <a:off x="6303096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Ease of Use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3" name="Google Shape;2533;p49"/>
          <p:cNvSpPr txBox="1"/>
          <p:nvPr>
            <p:ph idx="4294967295" type="subTitle"/>
          </p:nvPr>
        </p:nvSpPr>
        <p:spPr>
          <a:xfrm>
            <a:off x="720050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Price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4" name="Google Shape;2534;p49"/>
          <p:cNvSpPr txBox="1"/>
          <p:nvPr>
            <p:ph idx="4294967295" type="subTitle"/>
          </p:nvPr>
        </p:nvSpPr>
        <p:spPr>
          <a:xfrm>
            <a:off x="6303096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Market Availability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5" name="Google Shape;2535;p49"/>
          <p:cNvSpPr/>
          <p:nvPr/>
        </p:nvSpPr>
        <p:spPr>
          <a:xfrm>
            <a:off x="4335175" y="2738975"/>
            <a:ext cx="473648" cy="431562"/>
          </a:xfrm>
          <a:custGeom>
            <a:rect b="b" l="l" r="r" t="t"/>
            <a:pathLst>
              <a:path extrusionOk="0" h="11577" w="12706">
                <a:moveTo>
                  <a:pt x="11027" y="763"/>
                </a:moveTo>
                <a:cubicBezTo>
                  <a:pt x="11547" y="763"/>
                  <a:pt x="11972" y="1188"/>
                  <a:pt x="11972" y="1709"/>
                </a:cubicBezTo>
                <a:cubicBezTo>
                  <a:pt x="11972" y="2325"/>
                  <a:pt x="11334" y="3087"/>
                  <a:pt x="10022" y="3908"/>
                </a:cubicBezTo>
                <a:cubicBezTo>
                  <a:pt x="8739" y="3087"/>
                  <a:pt x="8065" y="2325"/>
                  <a:pt x="8065" y="1709"/>
                </a:cubicBezTo>
                <a:cubicBezTo>
                  <a:pt x="8065" y="1188"/>
                  <a:pt x="8490" y="763"/>
                  <a:pt x="9010" y="763"/>
                </a:cubicBezTo>
                <a:cubicBezTo>
                  <a:pt x="9289" y="763"/>
                  <a:pt x="9560" y="888"/>
                  <a:pt x="9744" y="1071"/>
                </a:cubicBezTo>
                <a:lnTo>
                  <a:pt x="10022" y="1408"/>
                </a:lnTo>
                <a:lnTo>
                  <a:pt x="10293" y="1071"/>
                </a:lnTo>
                <a:cubicBezTo>
                  <a:pt x="10477" y="888"/>
                  <a:pt x="10755" y="763"/>
                  <a:pt x="11027" y="763"/>
                </a:cubicBezTo>
                <a:close/>
                <a:moveTo>
                  <a:pt x="3373" y="1648"/>
                </a:moveTo>
                <a:cubicBezTo>
                  <a:pt x="4036" y="1648"/>
                  <a:pt x="4636" y="1915"/>
                  <a:pt x="5103" y="2354"/>
                </a:cubicBezTo>
                <a:lnTo>
                  <a:pt x="5345" y="2625"/>
                </a:lnTo>
                <a:lnTo>
                  <a:pt x="5623" y="2354"/>
                </a:lnTo>
                <a:cubicBezTo>
                  <a:pt x="6078" y="1921"/>
                  <a:pt x="6694" y="1650"/>
                  <a:pt x="7331" y="1650"/>
                </a:cubicBezTo>
                <a:lnTo>
                  <a:pt x="7331" y="1709"/>
                </a:lnTo>
                <a:cubicBezTo>
                  <a:pt x="7331" y="2171"/>
                  <a:pt x="7544" y="2655"/>
                  <a:pt x="7940" y="3146"/>
                </a:cubicBezTo>
                <a:cubicBezTo>
                  <a:pt x="8343" y="3637"/>
                  <a:pt x="8981" y="4157"/>
                  <a:pt x="9839" y="4671"/>
                </a:cubicBezTo>
                <a:lnTo>
                  <a:pt x="9897" y="4737"/>
                </a:lnTo>
                <a:cubicBezTo>
                  <a:pt x="9773" y="5374"/>
                  <a:pt x="9406" y="5924"/>
                  <a:pt x="8856" y="6320"/>
                </a:cubicBezTo>
                <a:lnTo>
                  <a:pt x="8673" y="6416"/>
                </a:lnTo>
                <a:lnTo>
                  <a:pt x="8673" y="7699"/>
                </a:lnTo>
                <a:cubicBezTo>
                  <a:pt x="8673" y="8923"/>
                  <a:pt x="8160" y="10052"/>
                  <a:pt x="7273" y="10844"/>
                </a:cubicBezTo>
                <a:lnTo>
                  <a:pt x="6811" y="10844"/>
                </a:lnTo>
                <a:lnTo>
                  <a:pt x="6811" y="8886"/>
                </a:lnTo>
                <a:cubicBezTo>
                  <a:pt x="6811" y="8094"/>
                  <a:pt x="6173" y="7420"/>
                  <a:pt x="5345" y="7420"/>
                </a:cubicBezTo>
                <a:cubicBezTo>
                  <a:pt x="4553" y="7420"/>
                  <a:pt x="3878" y="8094"/>
                  <a:pt x="3878" y="8886"/>
                </a:cubicBezTo>
                <a:lnTo>
                  <a:pt x="3878" y="10844"/>
                </a:lnTo>
                <a:lnTo>
                  <a:pt x="3453" y="10844"/>
                </a:lnTo>
                <a:cubicBezTo>
                  <a:pt x="2537" y="10052"/>
                  <a:pt x="2016" y="8923"/>
                  <a:pt x="2016" y="7699"/>
                </a:cubicBezTo>
                <a:lnTo>
                  <a:pt x="2016" y="6416"/>
                </a:lnTo>
                <a:lnTo>
                  <a:pt x="1862" y="6320"/>
                </a:lnTo>
                <a:cubicBezTo>
                  <a:pt x="1158" y="5836"/>
                  <a:pt x="763" y="5037"/>
                  <a:pt x="763" y="4187"/>
                </a:cubicBezTo>
                <a:cubicBezTo>
                  <a:pt x="763" y="2808"/>
                  <a:pt x="1892" y="1650"/>
                  <a:pt x="3270" y="1650"/>
                </a:cubicBezTo>
                <a:cubicBezTo>
                  <a:pt x="3305" y="1649"/>
                  <a:pt x="3339" y="1648"/>
                  <a:pt x="3373" y="1648"/>
                </a:cubicBezTo>
                <a:close/>
                <a:moveTo>
                  <a:pt x="9010" y="1"/>
                </a:moveTo>
                <a:cubicBezTo>
                  <a:pt x="8373" y="1"/>
                  <a:pt x="7823" y="367"/>
                  <a:pt x="7544" y="888"/>
                </a:cubicBezTo>
                <a:lnTo>
                  <a:pt x="7456" y="888"/>
                </a:lnTo>
                <a:cubicBezTo>
                  <a:pt x="6694" y="888"/>
                  <a:pt x="5960" y="1130"/>
                  <a:pt x="5345" y="1591"/>
                </a:cubicBezTo>
                <a:cubicBezTo>
                  <a:pt x="4765" y="1130"/>
                  <a:pt x="4032" y="888"/>
                  <a:pt x="3270" y="888"/>
                </a:cubicBezTo>
                <a:cubicBezTo>
                  <a:pt x="2412" y="917"/>
                  <a:pt x="1591" y="1254"/>
                  <a:pt x="975" y="1863"/>
                </a:cubicBezTo>
                <a:cubicBezTo>
                  <a:pt x="367" y="2508"/>
                  <a:pt x="29" y="3300"/>
                  <a:pt x="0" y="4187"/>
                </a:cubicBezTo>
                <a:cubicBezTo>
                  <a:pt x="0" y="5191"/>
                  <a:pt x="491" y="6174"/>
                  <a:pt x="1283" y="6811"/>
                </a:cubicBezTo>
                <a:lnTo>
                  <a:pt x="1283" y="7699"/>
                </a:lnTo>
                <a:cubicBezTo>
                  <a:pt x="1283" y="9194"/>
                  <a:pt x="1958" y="10572"/>
                  <a:pt x="3087" y="11518"/>
                </a:cubicBezTo>
                <a:lnTo>
                  <a:pt x="3211" y="11577"/>
                </a:lnTo>
                <a:lnTo>
                  <a:pt x="4641" y="11577"/>
                </a:lnTo>
                <a:lnTo>
                  <a:pt x="4641" y="8886"/>
                </a:lnTo>
                <a:cubicBezTo>
                  <a:pt x="4641" y="8490"/>
                  <a:pt x="4949" y="8190"/>
                  <a:pt x="5345" y="8190"/>
                </a:cubicBezTo>
                <a:cubicBezTo>
                  <a:pt x="5741" y="8190"/>
                  <a:pt x="6078" y="8490"/>
                  <a:pt x="6078" y="8886"/>
                </a:cubicBezTo>
                <a:lnTo>
                  <a:pt x="6078" y="11577"/>
                </a:lnTo>
                <a:lnTo>
                  <a:pt x="7515" y="11577"/>
                </a:lnTo>
                <a:lnTo>
                  <a:pt x="7639" y="11518"/>
                </a:lnTo>
                <a:cubicBezTo>
                  <a:pt x="8768" y="10572"/>
                  <a:pt x="9443" y="9194"/>
                  <a:pt x="9443" y="7699"/>
                </a:cubicBezTo>
                <a:lnTo>
                  <a:pt x="9443" y="6811"/>
                </a:lnTo>
                <a:cubicBezTo>
                  <a:pt x="10205" y="6203"/>
                  <a:pt x="10660" y="5316"/>
                  <a:pt x="10689" y="4370"/>
                </a:cubicBezTo>
                <a:cubicBezTo>
                  <a:pt x="11305" y="3938"/>
                  <a:pt x="11789" y="3542"/>
                  <a:pt x="12097" y="3146"/>
                </a:cubicBezTo>
                <a:cubicBezTo>
                  <a:pt x="12522" y="2655"/>
                  <a:pt x="12705" y="2171"/>
                  <a:pt x="12705" y="1709"/>
                </a:cubicBezTo>
                <a:cubicBezTo>
                  <a:pt x="12705" y="763"/>
                  <a:pt x="11943" y="1"/>
                  <a:pt x="11027" y="1"/>
                </a:cubicBezTo>
                <a:cubicBezTo>
                  <a:pt x="10660" y="1"/>
                  <a:pt x="10323" y="125"/>
                  <a:pt x="10022" y="338"/>
                </a:cubicBezTo>
                <a:cubicBezTo>
                  <a:pt x="9744" y="125"/>
                  <a:pt x="9377" y="1"/>
                  <a:pt x="901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6" name="Google Shape;2536;p49"/>
          <p:cNvCxnSpPr>
            <a:stCxn id="2531" idx="3"/>
          </p:cNvCxnSpPr>
          <p:nvPr/>
        </p:nvCxnSpPr>
        <p:spPr>
          <a:xfrm flipH="1" rot="10800000">
            <a:off x="2840925" y="1818825"/>
            <a:ext cx="916200" cy="50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49"/>
          <p:cNvCxnSpPr>
            <a:stCxn id="2533" idx="3"/>
            <a:endCxn id="2524" idx="2"/>
          </p:cNvCxnSpPr>
          <p:nvPr/>
        </p:nvCxnSpPr>
        <p:spPr>
          <a:xfrm flipH="1" rot="10800000">
            <a:off x="2840750" y="2954406"/>
            <a:ext cx="524400" cy="463500"/>
          </a:xfrm>
          <a:prstGeom prst="bentConnector3">
            <a:avLst>
              <a:gd fmla="val 6668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49"/>
          <p:cNvCxnSpPr>
            <a:stCxn id="2532" idx="1"/>
            <a:endCxn id="2525" idx="7"/>
          </p:cNvCxnSpPr>
          <p:nvPr/>
        </p:nvCxnSpPr>
        <p:spPr>
          <a:xfrm flipH="1">
            <a:off x="5192496" y="1869531"/>
            <a:ext cx="1110600" cy="465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49"/>
          <p:cNvCxnSpPr>
            <a:endCxn id="2526" idx="6"/>
          </p:cNvCxnSpPr>
          <p:nvPr/>
        </p:nvCxnSpPr>
        <p:spPr>
          <a:xfrm rot="10800000">
            <a:off x="5126056" y="2954866"/>
            <a:ext cx="1176900" cy="462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50"/>
          <p:cNvSpPr txBox="1"/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Smash Hits</a:t>
            </a:r>
            <a:endParaRPr/>
          </a:p>
        </p:txBody>
      </p:sp>
      <p:grpSp>
        <p:nvGrpSpPr>
          <p:cNvPr id="2545" name="Google Shape;2545;p50"/>
          <p:cNvGrpSpPr/>
          <p:nvPr/>
        </p:nvGrpSpPr>
        <p:grpSpPr>
          <a:xfrm>
            <a:off x="6310468" y="1470218"/>
            <a:ext cx="1344082" cy="2437327"/>
            <a:chOff x="6248708" y="1494399"/>
            <a:chExt cx="1098914" cy="1992908"/>
          </a:xfrm>
        </p:grpSpPr>
        <p:sp>
          <p:nvSpPr>
            <p:cNvPr id="2546" name="Google Shape;2546;p50"/>
            <p:cNvSpPr/>
            <p:nvPr/>
          </p:nvSpPr>
          <p:spPr>
            <a:xfrm>
              <a:off x="6248708" y="2186664"/>
              <a:ext cx="1071475" cy="1300643"/>
            </a:xfrm>
            <a:custGeom>
              <a:rect b="b" l="l" r="r" t="t"/>
              <a:pathLst>
                <a:path extrusionOk="0" h="24268" w="19993">
                  <a:moveTo>
                    <a:pt x="1709" y="245"/>
                  </a:moveTo>
                  <a:cubicBezTo>
                    <a:pt x="2057" y="245"/>
                    <a:pt x="2330" y="306"/>
                    <a:pt x="2439" y="464"/>
                  </a:cubicBezTo>
                  <a:cubicBezTo>
                    <a:pt x="3104" y="1358"/>
                    <a:pt x="7058" y="7030"/>
                    <a:pt x="7625" y="7825"/>
                  </a:cubicBezTo>
                  <a:lnTo>
                    <a:pt x="7286" y="8083"/>
                  </a:lnTo>
                  <a:cubicBezTo>
                    <a:pt x="6978" y="7646"/>
                    <a:pt x="5827" y="5952"/>
                    <a:pt x="5389" y="5262"/>
                  </a:cubicBezTo>
                  <a:cubicBezTo>
                    <a:pt x="4927" y="4542"/>
                    <a:pt x="2642" y="926"/>
                    <a:pt x="2205" y="588"/>
                  </a:cubicBezTo>
                  <a:cubicBezTo>
                    <a:pt x="2002" y="434"/>
                    <a:pt x="1491" y="335"/>
                    <a:pt x="973" y="310"/>
                  </a:cubicBezTo>
                  <a:cubicBezTo>
                    <a:pt x="1234" y="270"/>
                    <a:pt x="1487" y="245"/>
                    <a:pt x="1709" y="245"/>
                  </a:cubicBezTo>
                  <a:close/>
                  <a:moveTo>
                    <a:pt x="7804" y="8034"/>
                  </a:moveTo>
                  <a:cubicBezTo>
                    <a:pt x="8210" y="8287"/>
                    <a:pt x="8648" y="8699"/>
                    <a:pt x="8980" y="9032"/>
                  </a:cubicBezTo>
                  <a:cubicBezTo>
                    <a:pt x="9288" y="9315"/>
                    <a:pt x="9652" y="9728"/>
                    <a:pt x="9879" y="10060"/>
                  </a:cubicBezTo>
                  <a:cubicBezTo>
                    <a:pt x="10859" y="11342"/>
                    <a:pt x="11783" y="12598"/>
                    <a:pt x="12731" y="13885"/>
                  </a:cubicBezTo>
                  <a:cubicBezTo>
                    <a:pt x="14369" y="16066"/>
                    <a:pt x="15940" y="18246"/>
                    <a:pt x="17578" y="20451"/>
                  </a:cubicBezTo>
                  <a:cubicBezTo>
                    <a:pt x="18016" y="21042"/>
                    <a:pt x="18453" y="21560"/>
                    <a:pt x="18890" y="22176"/>
                  </a:cubicBezTo>
                  <a:cubicBezTo>
                    <a:pt x="19069" y="22428"/>
                    <a:pt x="19402" y="22792"/>
                    <a:pt x="19506" y="23099"/>
                  </a:cubicBezTo>
                  <a:cubicBezTo>
                    <a:pt x="19654" y="23416"/>
                    <a:pt x="19080" y="23909"/>
                    <a:pt x="18704" y="23909"/>
                  </a:cubicBezTo>
                  <a:cubicBezTo>
                    <a:pt x="18625" y="23909"/>
                    <a:pt x="18555" y="23887"/>
                    <a:pt x="18502" y="23839"/>
                  </a:cubicBezTo>
                  <a:cubicBezTo>
                    <a:pt x="18120" y="23481"/>
                    <a:pt x="17837" y="22995"/>
                    <a:pt x="17529" y="22582"/>
                  </a:cubicBezTo>
                  <a:cubicBezTo>
                    <a:pt x="16833" y="21683"/>
                    <a:pt x="16168" y="20790"/>
                    <a:pt x="15503" y="19891"/>
                  </a:cubicBezTo>
                  <a:cubicBezTo>
                    <a:pt x="14296" y="18271"/>
                    <a:pt x="13088" y="16657"/>
                    <a:pt x="11881" y="15037"/>
                  </a:cubicBezTo>
                  <a:cubicBezTo>
                    <a:pt x="10674" y="13448"/>
                    <a:pt x="9855" y="12346"/>
                    <a:pt x="8648" y="10750"/>
                  </a:cubicBezTo>
                  <a:cubicBezTo>
                    <a:pt x="8420" y="10473"/>
                    <a:pt x="8007" y="9703"/>
                    <a:pt x="7878" y="9364"/>
                  </a:cubicBezTo>
                  <a:cubicBezTo>
                    <a:pt x="7828" y="9266"/>
                    <a:pt x="7342" y="8367"/>
                    <a:pt x="7416" y="8317"/>
                  </a:cubicBezTo>
                  <a:cubicBezTo>
                    <a:pt x="7520" y="8262"/>
                    <a:pt x="7779" y="8059"/>
                    <a:pt x="7804" y="8034"/>
                  </a:cubicBezTo>
                  <a:close/>
                  <a:moveTo>
                    <a:pt x="1666" y="1"/>
                  </a:moveTo>
                  <a:cubicBezTo>
                    <a:pt x="1108" y="1"/>
                    <a:pt x="469" y="132"/>
                    <a:pt x="105" y="206"/>
                  </a:cubicBezTo>
                  <a:cubicBezTo>
                    <a:pt x="49" y="230"/>
                    <a:pt x="0" y="310"/>
                    <a:pt x="0" y="360"/>
                  </a:cubicBezTo>
                  <a:cubicBezTo>
                    <a:pt x="25" y="434"/>
                    <a:pt x="80" y="489"/>
                    <a:pt x="154" y="489"/>
                  </a:cubicBezTo>
                  <a:cubicBezTo>
                    <a:pt x="924" y="514"/>
                    <a:pt x="1823" y="588"/>
                    <a:pt x="2082" y="772"/>
                  </a:cubicBezTo>
                  <a:cubicBezTo>
                    <a:pt x="2414" y="1025"/>
                    <a:pt x="4262" y="3901"/>
                    <a:pt x="5186" y="5392"/>
                  </a:cubicBezTo>
                  <a:cubicBezTo>
                    <a:pt x="5648" y="6106"/>
                    <a:pt x="6929" y="7979"/>
                    <a:pt x="7132" y="8262"/>
                  </a:cubicBezTo>
                  <a:cubicBezTo>
                    <a:pt x="7108" y="8287"/>
                    <a:pt x="7108" y="8317"/>
                    <a:pt x="7108" y="8342"/>
                  </a:cubicBezTo>
                  <a:cubicBezTo>
                    <a:pt x="7188" y="8570"/>
                    <a:pt x="7828" y="10239"/>
                    <a:pt x="8469" y="11114"/>
                  </a:cubicBezTo>
                  <a:cubicBezTo>
                    <a:pt x="8672" y="11397"/>
                    <a:pt x="10267" y="13497"/>
                    <a:pt x="12318" y="16294"/>
                  </a:cubicBezTo>
                  <a:cubicBezTo>
                    <a:pt x="16556" y="22022"/>
                    <a:pt x="18096" y="24073"/>
                    <a:pt x="18250" y="24147"/>
                  </a:cubicBezTo>
                  <a:cubicBezTo>
                    <a:pt x="18378" y="24228"/>
                    <a:pt x="18528" y="24268"/>
                    <a:pt x="18678" y="24268"/>
                  </a:cubicBezTo>
                  <a:cubicBezTo>
                    <a:pt x="18766" y="24268"/>
                    <a:pt x="18855" y="24254"/>
                    <a:pt x="18940" y="24227"/>
                  </a:cubicBezTo>
                  <a:cubicBezTo>
                    <a:pt x="19506" y="24048"/>
                    <a:pt x="19993" y="23481"/>
                    <a:pt x="19888" y="22945"/>
                  </a:cubicBezTo>
                  <a:cubicBezTo>
                    <a:pt x="19839" y="22761"/>
                    <a:pt x="18324" y="20710"/>
                    <a:pt x="14037" y="15037"/>
                  </a:cubicBezTo>
                  <a:cubicBezTo>
                    <a:pt x="11937" y="12265"/>
                    <a:pt x="10033" y="9599"/>
                    <a:pt x="9781" y="9340"/>
                  </a:cubicBezTo>
                  <a:cubicBezTo>
                    <a:pt x="9060" y="8570"/>
                    <a:pt x="8598" y="8317"/>
                    <a:pt x="8007" y="7800"/>
                  </a:cubicBezTo>
                  <a:cubicBezTo>
                    <a:pt x="7958" y="7775"/>
                    <a:pt x="7902" y="7751"/>
                    <a:pt x="7853" y="7751"/>
                  </a:cubicBezTo>
                  <a:cubicBezTo>
                    <a:pt x="7471" y="7209"/>
                    <a:pt x="3338" y="1259"/>
                    <a:pt x="2642" y="310"/>
                  </a:cubicBezTo>
                  <a:cubicBezTo>
                    <a:pt x="2467" y="77"/>
                    <a:pt x="2090" y="1"/>
                    <a:pt x="16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50"/>
            <p:cNvSpPr/>
            <p:nvPr/>
          </p:nvSpPr>
          <p:spPr>
            <a:xfrm>
              <a:off x="6284347" y="1494399"/>
              <a:ext cx="1063275" cy="1625268"/>
            </a:xfrm>
            <a:custGeom>
              <a:rect b="b" l="l" r="r" t="t"/>
              <a:pathLst>
                <a:path extrusionOk="0" h="30325" w="19840">
                  <a:moveTo>
                    <a:pt x="4336" y="253"/>
                  </a:moveTo>
                  <a:cubicBezTo>
                    <a:pt x="5646" y="253"/>
                    <a:pt x="6896" y="976"/>
                    <a:pt x="7496" y="2215"/>
                  </a:cubicBezTo>
                  <a:cubicBezTo>
                    <a:pt x="8217" y="3681"/>
                    <a:pt x="7853" y="5374"/>
                    <a:pt x="6701" y="6422"/>
                  </a:cubicBezTo>
                  <a:lnTo>
                    <a:pt x="6393" y="6680"/>
                  </a:lnTo>
                  <a:cubicBezTo>
                    <a:pt x="6240" y="6785"/>
                    <a:pt x="6061" y="6883"/>
                    <a:pt x="5907" y="6988"/>
                  </a:cubicBezTo>
                  <a:cubicBezTo>
                    <a:pt x="5402" y="7230"/>
                    <a:pt x="4868" y="7345"/>
                    <a:pt x="4343" y="7345"/>
                  </a:cubicBezTo>
                  <a:cubicBezTo>
                    <a:pt x="3024" y="7345"/>
                    <a:pt x="1762" y="6621"/>
                    <a:pt x="1158" y="5374"/>
                  </a:cubicBezTo>
                  <a:cubicBezTo>
                    <a:pt x="284" y="3625"/>
                    <a:pt x="1004" y="1494"/>
                    <a:pt x="2747" y="626"/>
                  </a:cubicBezTo>
                  <a:cubicBezTo>
                    <a:pt x="3260" y="373"/>
                    <a:pt x="3803" y="253"/>
                    <a:pt x="4336" y="253"/>
                  </a:cubicBezTo>
                  <a:close/>
                  <a:moveTo>
                    <a:pt x="6751" y="6705"/>
                  </a:moveTo>
                  <a:cubicBezTo>
                    <a:pt x="7213" y="7093"/>
                    <a:pt x="8217" y="7992"/>
                    <a:pt x="8346" y="8220"/>
                  </a:cubicBezTo>
                  <a:cubicBezTo>
                    <a:pt x="8525" y="8528"/>
                    <a:pt x="10138" y="11558"/>
                    <a:pt x="10471" y="12199"/>
                  </a:cubicBezTo>
                  <a:cubicBezTo>
                    <a:pt x="10422" y="12224"/>
                    <a:pt x="10372" y="12248"/>
                    <a:pt x="10317" y="12273"/>
                  </a:cubicBezTo>
                  <a:cubicBezTo>
                    <a:pt x="10268" y="12304"/>
                    <a:pt x="10163" y="12328"/>
                    <a:pt x="10089" y="12377"/>
                  </a:cubicBezTo>
                  <a:lnTo>
                    <a:pt x="8192" y="8528"/>
                  </a:lnTo>
                  <a:cubicBezTo>
                    <a:pt x="8087" y="8325"/>
                    <a:pt x="7958" y="8146"/>
                    <a:pt x="7804" y="7961"/>
                  </a:cubicBezTo>
                  <a:lnTo>
                    <a:pt x="6621" y="6810"/>
                  </a:lnTo>
                  <a:cubicBezTo>
                    <a:pt x="6677" y="6760"/>
                    <a:pt x="6701" y="6730"/>
                    <a:pt x="6751" y="6705"/>
                  </a:cubicBezTo>
                  <a:close/>
                  <a:moveTo>
                    <a:pt x="10600" y="12402"/>
                  </a:moveTo>
                  <a:cubicBezTo>
                    <a:pt x="10964" y="12735"/>
                    <a:pt x="11296" y="13227"/>
                    <a:pt x="11604" y="13609"/>
                  </a:cubicBezTo>
                  <a:cubicBezTo>
                    <a:pt x="11857" y="13942"/>
                    <a:pt x="12115" y="14404"/>
                    <a:pt x="12294" y="14767"/>
                  </a:cubicBezTo>
                  <a:cubicBezTo>
                    <a:pt x="13015" y="16202"/>
                    <a:pt x="13680" y="17613"/>
                    <a:pt x="14400" y="19048"/>
                  </a:cubicBezTo>
                  <a:cubicBezTo>
                    <a:pt x="15632" y="21487"/>
                    <a:pt x="16784" y="23901"/>
                    <a:pt x="17991" y="26365"/>
                  </a:cubicBezTo>
                  <a:cubicBezTo>
                    <a:pt x="18324" y="27030"/>
                    <a:pt x="18663" y="27621"/>
                    <a:pt x="18995" y="28287"/>
                  </a:cubicBezTo>
                  <a:cubicBezTo>
                    <a:pt x="19125" y="28570"/>
                    <a:pt x="19377" y="29007"/>
                    <a:pt x="19433" y="29315"/>
                  </a:cubicBezTo>
                  <a:cubicBezTo>
                    <a:pt x="19525" y="29643"/>
                    <a:pt x="18987" y="29985"/>
                    <a:pt x="18603" y="29985"/>
                  </a:cubicBezTo>
                  <a:cubicBezTo>
                    <a:pt x="18475" y="29985"/>
                    <a:pt x="18364" y="29947"/>
                    <a:pt x="18299" y="29857"/>
                  </a:cubicBezTo>
                  <a:cubicBezTo>
                    <a:pt x="17991" y="29445"/>
                    <a:pt x="17788" y="28903"/>
                    <a:pt x="17554" y="28441"/>
                  </a:cubicBezTo>
                  <a:cubicBezTo>
                    <a:pt x="17067" y="27443"/>
                    <a:pt x="16556" y="26439"/>
                    <a:pt x="16070" y="25441"/>
                  </a:cubicBezTo>
                  <a:cubicBezTo>
                    <a:pt x="15170" y="23643"/>
                    <a:pt x="14271" y="21820"/>
                    <a:pt x="13372" y="20027"/>
                  </a:cubicBezTo>
                  <a:cubicBezTo>
                    <a:pt x="12473" y="18229"/>
                    <a:pt x="11857" y="17022"/>
                    <a:pt x="10933" y="15229"/>
                  </a:cubicBezTo>
                  <a:cubicBezTo>
                    <a:pt x="10779" y="14921"/>
                    <a:pt x="10526" y="14071"/>
                    <a:pt x="10446" y="13739"/>
                  </a:cubicBezTo>
                  <a:cubicBezTo>
                    <a:pt x="10422" y="13609"/>
                    <a:pt x="10089" y="12661"/>
                    <a:pt x="10194" y="12612"/>
                  </a:cubicBezTo>
                  <a:cubicBezTo>
                    <a:pt x="10268" y="12581"/>
                    <a:pt x="10576" y="12427"/>
                    <a:pt x="10600" y="12402"/>
                  </a:cubicBezTo>
                  <a:close/>
                  <a:moveTo>
                    <a:pt x="4322" y="1"/>
                  </a:moveTo>
                  <a:cubicBezTo>
                    <a:pt x="3758" y="1"/>
                    <a:pt x="3186" y="126"/>
                    <a:pt x="2649" y="392"/>
                  </a:cubicBezTo>
                  <a:cubicBezTo>
                    <a:pt x="770" y="1316"/>
                    <a:pt x="0" y="3601"/>
                    <a:pt x="924" y="5473"/>
                  </a:cubicBezTo>
                  <a:cubicBezTo>
                    <a:pt x="1583" y="6808"/>
                    <a:pt x="2933" y="7582"/>
                    <a:pt x="4333" y="7582"/>
                  </a:cubicBezTo>
                  <a:cubicBezTo>
                    <a:pt x="4896" y="7582"/>
                    <a:pt x="5468" y="7457"/>
                    <a:pt x="6005" y="7191"/>
                  </a:cubicBezTo>
                  <a:cubicBezTo>
                    <a:pt x="6159" y="7118"/>
                    <a:pt x="6289" y="7037"/>
                    <a:pt x="6443" y="6939"/>
                  </a:cubicBezTo>
                  <a:lnTo>
                    <a:pt x="7625" y="8146"/>
                  </a:lnTo>
                  <a:cubicBezTo>
                    <a:pt x="7779" y="8269"/>
                    <a:pt x="7884" y="8454"/>
                    <a:pt x="7983" y="8633"/>
                  </a:cubicBezTo>
                  <a:lnTo>
                    <a:pt x="9910" y="12531"/>
                  </a:lnTo>
                  <a:cubicBezTo>
                    <a:pt x="9886" y="12556"/>
                    <a:pt x="9886" y="12581"/>
                    <a:pt x="9886" y="12581"/>
                  </a:cubicBezTo>
                  <a:cubicBezTo>
                    <a:pt x="9910" y="12839"/>
                    <a:pt x="10218" y="14582"/>
                    <a:pt x="10705" y="15537"/>
                  </a:cubicBezTo>
                  <a:cubicBezTo>
                    <a:pt x="10859" y="15870"/>
                    <a:pt x="12041" y="18204"/>
                    <a:pt x="13581" y="21333"/>
                  </a:cubicBezTo>
                  <a:cubicBezTo>
                    <a:pt x="16710" y="27726"/>
                    <a:pt x="17862" y="30011"/>
                    <a:pt x="17991" y="30134"/>
                  </a:cubicBezTo>
                  <a:cubicBezTo>
                    <a:pt x="18169" y="30265"/>
                    <a:pt x="18360" y="30325"/>
                    <a:pt x="18557" y="30325"/>
                  </a:cubicBezTo>
                  <a:cubicBezTo>
                    <a:pt x="18592" y="30325"/>
                    <a:pt x="18627" y="30323"/>
                    <a:pt x="18663" y="30319"/>
                  </a:cubicBezTo>
                  <a:cubicBezTo>
                    <a:pt x="19279" y="30264"/>
                    <a:pt x="19839" y="29777"/>
                    <a:pt x="19814" y="29241"/>
                  </a:cubicBezTo>
                  <a:cubicBezTo>
                    <a:pt x="19814" y="29057"/>
                    <a:pt x="18687" y="26778"/>
                    <a:pt x="15478" y="20409"/>
                  </a:cubicBezTo>
                  <a:cubicBezTo>
                    <a:pt x="13914" y="17305"/>
                    <a:pt x="12528" y="14330"/>
                    <a:pt x="12319" y="14047"/>
                  </a:cubicBezTo>
                  <a:cubicBezTo>
                    <a:pt x="11734" y="13147"/>
                    <a:pt x="11345" y="12815"/>
                    <a:pt x="10834" y="12224"/>
                  </a:cubicBezTo>
                  <a:cubicBezTo>
                    <a:pt x="10810" y="12174"/>
                    <a:pt x="10754" y="12150"/>
                    <a:pt x="10730" y="12150"/>
                  </a:cubicBezTo>
                  <a:cubicBezTo>
                    <a:pt x="10471" y="11657"/>
                    <a:pt x="8728" y="8423"/>
                    <a:pt x="8549" y="8115"/>
                  </a:cubicBezTo>
                  <a:cubicBezTo>
                    <a:pt x="8371" y="7807"/>
                    <a:pt x="7293" y="6859"/>
                    <a:pt x="6929" y="6551"/>
                  </a:cubicBezTo>
                  <a:cubicBezTo>
                    <a:pt x="8112" y="5448"/>
                    <a:pt x="8469" y="3650"/>
                    <a:pt x="7730" y="2110"/>
                  </a:cubicBezTo>
                  <a:cubicBezTo>
                    <a:pt x="7071" y="775"/>
                    <a:pt x="5721" y="1"/>
                    <a:pt x="4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50"/>
            <p:cNvSpPr/>
            <p:nvPr/>
          </p:nvSpPr>
          <p:spPr>
            <a:xfrm>
              <a:off x="6322933" y="1528270"/>
              <a:ext cx="386616" cy="338988"/>
            </a:xfrm>
            <a:custGeom>
              <a:rect b="b" l="l" r="r" t="t"/>
              <a:pathLst>
                <a:path extrusionOk="0" h="6325" w="7214">
                  <a:moveTo>
                    <a:pt x="3603" y="251"/>
                  </a:moveTo>
                  <a:cubicBezTo>
                    <a:pt x="4681" y="251"/>
                    <a:pt x="5727" y="845"/>
                    <a:pt x="6240" y="1866"/>
                  </a:cubicBezTo>
                  <a:cubicBezTo>
                    <a:pt x="6930" y="3326"/>
                    <a:pt x="6339" y="5075"/>
                    <a:pt x="4904" y="5790"/>
                  </a:cubicBezTo>
                  <a:cubicBezTo>
                    <a:pt x="4494" y="5995"/>
                    <a:pt x="4057" y="6092"/>
                    <a:pt x="3625" y="6092"/>
                  </a:cubicBezTo>
                  <a:cubicBezTo>
                    <a:pt x="2542" y="6092"/>
                    <a:pt x="1489" y="5485"/>
                    <a:pt x="974" y="4459"/>
                  </a:cubicBezTo>
                  <a:cubicBezTo>
                    <a:pt x="284" y="3018"/>
                    <a:pt x="875" y="1250"/>
                    <a:pt x="2311" y="554"/>
                  </a:cubicBezTo>
                  <a:cubicBezTo>
                    <a:pt x="2724" y="348"/>
                    <a:pt x="3166" y="251"/>
                    <a:pt x="3603" y="251"/>
                  </a:cubicBezTo>
                  <a:close/>
                  <a:moveTo>
                    <a:pt x="3605" y="0"/>
                  </a:moveTo>
                  <a:cubicBezTo>
                    <a:pt x="3135" y="0"/>
                    <a:pt x="2657" y="105"/>
                    <a:pt x="2206" y="326"/>
                  </a:cubicBezTo>
                  <a:cubicBezTo>
                    <a:pt x="641" y="1096"/>
                    <a:pt x="1" y="2993"/>
                    <a:pt x="771" y="4558"/>
                  </a:cubicBezTo>
                  <a:cubicBezTo>
                    <a:pt x="1320" y="5678"/>
                    <a:pt x="2442" y="6325"/>
                    <a:pt x="3610" y="6325"/>
                  </a:cubicBezTo>
                  <a:cubicBezTo>
                    <a:pt x="4080" y="6325"/>
                    <a:pt x="4558" y="6220"/>
                    <a:pt x="5008" y="5999"/>
                  </a:cubicBezTo>
                  <a:cubicBezTo>
                    <a:pt x="6573" y="5229"/>
                    <a:pt x="7213" y="3326"/>
                    <a:pt x="6443" y="1761"/>
                  </a:cubicBezTo>
                  <a:cubicBezTo>
                    <a:pt x="5895" y="646"/>
                    <a:pt x="4773" y="0"/>
                    <a:pt x="36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9" name="Google Shape;2549;p50"/>
          <p:cNvGrpSpPr/>
          <p:nvPr/>
        </p:nvGrpSpPr>
        <p:grpSpPr>
          <a:xfrm>
            <a:off x="674450" y="4328963"/>
            <a:ext cx="271652" cy="377428"/>
            <a:chOff x="6473622" y="258634"/>
            <a:chExt cx="164279" cy="228246"/>
          </a:xfrm>
        </p:grpSpPr>
        <p:sp>
          <p:nvSpPr>
            <p:cNvPr id="2550" name="Google Shape;2550;p50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50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2" name="Google Shape;2552;p50"/>
          <p:cNvGrpSpPr/>
          <p:nvPr/>
        </p:nvGrpSpPr>
        <p:grpSpPr>
          <a:xfrm>
            <a:off x="7598482" y="2186726"/>
            <a:ext cx="407031" cy="431553"/>
            <a:chOff x="5639106" y="643680"/>
            <a:chExt cx="246148" cy="260978"/>
          </a:xfrm>
        </p:grpSpPr>
        <p:sp>
          <p:nvSpPr>
            <p:cNvPr id="2553" name="Google Shape;2553;p5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5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5" name="Google Shape;2555;p50"/>
          <p:cNvSpPr/>
          <p:nvPr/>
        </p:nvSpPr>
        <p:spPr>
          <a:xfrm>
            <a:off x="1162159" y="428152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50"/>
          <p:cNvSpPr/>
          <p:nvPr/>
        </p:nvSpPr>
        <p:spPr>
          <a:xfrm>
            <a:off x="7964881" y="20337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7" name="Google Shape;25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50" y="1050538"/>
            <a:ext cx="5364075" cy="322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5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Technology</a:t>
            </a:r>
            <a:endParaRPr/>
          </a:p>
        </p:txBody>
      </p:sp>
      <p:sp>
        <p:nvSpPr>
          <p:cNvPr id="2563" name="Google Shape;2563;p51"/>
          <p:cNvSpPr txBox="1"/>
          <p:nvPr>
            <p:ph idx="1" type="body"/>
          </p:nvPr>
        </p:nvSpPr>
        <p:spPr>
          <a:xfrm>
            <a:off x="388500" y="1742575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</a:t>
            </a:r>
            <a:r>
              <a:rPr lang="en"/>
              <a:t> introducing the technology to the user and how it will help solve the problem.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pSp>
        <p:nvGrpSpPr>
          <p:cNvPr id="2564" name="Google Shape;2564;p51"/>
          <p:cNvGrpSpPr/>
          <p:nvPr/>
        </p:nvGrpSpPr>
        <p:grpSpPr>
          <a:xfrm>
            <a:off x="7452891" y="1617089"/>
            <a:ext cx="696416" cy="728561"/>
            <a:chOff x="4031750" y="1983375"/>
            <a:chExt cx="317650" cy="281200"/>
          </a:xfrm>
        </p:grpSpPr>
        <p:sp>
          <p:nvSpPr>
            <p:cNvPr id="2565" name="Google Shape;2565;p51"/>
            <p:cNvSpPr/>
            <p:nvPr/>
          </p:nvSpPr>
          <p:spPr>
            <a:xfrm>
              <a:off x="4031750" y="1983375"/>
              <a:ext cx="317650" cy="281200"/>
            </a:xfrm>
            <a:custGeom>
              <a:rect b="b" l="l" r="r" t="t"/>
              <a:pathLst>
                <a:path extrusionOk="0" h="11248" w="12706">
                  <a:moveTo>
                    <a:pt x="10235" y="1130"/>
                  </a:moveTo>
                  <a:lnTo>
                    <a:pt x="10719" y="2046"/>
                  </a:lnTo>
                  <a:lnTo>
                    <a:pt x="11665" y="2567"/>
                  </a:lnTo>
                  <a:lnTo>
                    <a:pt x="10719" y="3058"/>
                  </a:lnTo>
                  <a:lnTo>
                    <a:pt x="10235" y="4004"/>
                  </a:lnTo>
                  <a:lnTo>
                    <a:pt x="9715" y="3058"/>
                  </a:lnTo>
                  <a:lnTo>
                    <a:pt x="8798" y="2567"/>
                  </a:lnTo>
                  <a:lnTo>
                    <a:pt x="9715" y="2046"/>
                  </a:lnTo>
                  <a:lnTo>
                    <a:pt x="10235" y="1130"/>
                  </a:lnTo>
                  <a:close/>
                  <a:moveTo>
                    <a:pt x="9378" y="6299"/>
                  </a:moveTo>
                  <a:lnTo>
                    <a:pt x="9773" y="7032"/>
                  </a:lnTo>
                  <a:lnTo>
                    <a:pt x="10507" y="7428"/>
                  </a:lnTo>
                  <a:lnTo>
                    <a:pt x="9773" y="7824"/>
                  </a:lnTo>
                  <a:lnTo>
                    <a:pt x="9378" y="8557"/>
                  </a:lnTo>
                  <a:lnTo>
                    <a:pt x="8982" y="7824"/>
                  </a:lnTo>
                  <a:lnTo>
                    <a:pt x="8248" y="7428"/>
                  </a:lnTo>
                  <a:lnTo>
                    <a:pt x="8982" y="7032"/>
                  </a:lnTo>
                  <a:lnTo>
                    <a:pt x="9378" y="6299"/>
                  </a:lnTo>
                  <a:close/>
                  <a:moveTo>
                    <a:pt x="7449" y="1284"/>
                  </a:moveTo>
                  <a:cubicBezTo>
                    <a:pt x="7941" y="1284"/>
                    <a:pt x="8402" y="1438"/>
                    <a:pt x="8798" y="1717"/>
                  </a:cubicBezTo>
                  <a:lnTo>
                    <a:pt x="7728" y="2296"/>
                  </a:lnTo>
                  <a:lnTo>
                    <a:pt x="7728" y="2816"/>
                  </a:lnTo>
                  <a:lnTo>
                    <a:pt x="9165" y="3608"/>
                  </a:lnTo>
                  <a:lnTo>
                    <a:pt x="9803" y="4737"/>
                  </a:lnTo>
                  <a:cubicBezTo>
                    <a:pt x="9744" y="4891"/>
                    <a:pt x="9685" y="5016"/>
                    <a:pt x="9590" y="5162"/>
                  </a:cubicBezTo>
                  <a:lnTo>
                    <a:pt x="9165" y="5162"/>
                  </a:lnTo>
                  <a:lnTo>
                    <a:pt x="8432" y="6482"/>
                  </a:lnTo>
                  <a:lnTo>
                    <a:pt x="7178" y="7149"/>
                  </a:lnTo>
                  <a:lnTo>
                    <a:pt x="7178" y="7670"/>
                  </a:lnTo>
                  <a:lnTo>
                    <a:pt x="8432" y="8373"/>
                  </a:lnTo>
                  <a:lnTo>
                    <a:pt x="8520" y="8527"/>
                  </a:lnTo>
                  <a:cubicBezTo>
                    <a:pt x="8307" y="9290"/>
                    <a:pt x="7882" y="9964"/>
                    <a:pt x="7266" y="10478"/>
                  </a:cubicBezTo>
                  <a:lnTo>
                    <a:pt x="6812" y="10478"/>
                  </a:lnTo>
                  <a:lnTo>
                    <a:pt x="6812" y="8557"/>
                  </a:lnTo>
                  <a:cubicBezTo>
                    <a:pt x="6812" y="7728"/>
                    <a:pt x="6166" y="7090"/>
                    <a:pt x="5345" y="7090"/>
                  </a:cubicBezTo>
                  <a:cubicBezTo>
                    <a:pt x="4553" y="7090"/>
                    <a:pt x="3879" y="7728"/>
                    <a:pt x="3879" y="8557"/>
                  </a:cubicBezTo>
                  <a:lnTo>
                    <a:pt x="3879" y="10478"/>
                  </a:lnTo>
                  <a:lnTo>
                    <a:pt x="3454" y="10478"/>
                  </a:lnTo>
                  <a:cubicBezTo>
                    <a:pt x="2537" y="9686"/>
                    <a:pt x="2017" y="8557"/>
                    <a:pt x="2017" y="7332"/>
                  </a:cubicBezTo>
                  <a:lnTo>
                    <a:pt x="2017" y="6049"/>
                  </a:lnTo>
                  <a:lnTo>
                    <a:pt x="1863" y="5961"/>
                  </a:lnTo>
                  <a:cubicBezTo>
                    <a:pt x="1159" y="5470"/>
                    <a:pt x="763" y="4678"/>
                    <a:pt x="763" y="3821"/>
                  </a:cubicBezTo>
                  <a:cubicBezTo>
                    <a:pt x="763" y="2450"/>
                    <a:pt x="1892" y="1313"/>
                    <a:pt x="3270" y="1284"/>
                  </a:cubicBezTo>
                  <a:cubicBezTo>
                    <a:pt x="3967" y="1284"/>
                    <a:pt x="4612" y="1533"/>
                    <a:pt x="5103" y="2017"/>
                  </a:cubicBezTo>
                  <a:lnTo>
                    <a:pt x="5345" y="2266"/>
                  </a:lnTo>
                  <a:lnTo>
                    <a:pt x="5616" y="2017"/>
                  </a:lnTo>
                  <a:cubicBezTo>
                    <a:pt x="6108" y="1533"/>
                    <a:pt x="6753" y="1284"/>
                    <a:pt x="7449" y="1284"/>
                  </a:cubicBezTo>
                  <a:close/>
                  <a:moveTo>
                    <a:pt x="9986" y="1"/>
                  </a:moveTo>
                  <a:lnTo>
                    <a:pt x="9348" y="1196"/>
                  </a:lnTo>
                  <a:cubicBezTo>
                    <a:pt x="8798" y="763"/>
                    <a:pt x="8153" y="551"/>
                    <a:pt x="7449" y="551"/>
                  </a:cubicBezTo>
                  <a:cubicBezTo>
                    <a:pt x="7408" y="549"/>
                    <a:pt x="7367" y="548"/>
                    <a:pt x="7326" y="548"/>
                  </a:cubicBezTo>
                  <a:cubicBezTo>
                    <a:pt x="6608" y="548"/>
                    <a:pt x="5921" y="790"/>
                    <a:pt x="5345" y="1255"/>
                  </a:cubicBezTo>
                  <a:cubicBezTo>
                    <a:pt x="4797" y="790"/>
                    <a:pt x="4112" y="548"/>
                    <a:pt x="3394" y="548"/>
                  </a:cubicBezTo>
                  <a:cubicBezTo>
                    <a:pt x="3353" y="548"/>
                    <a:pt x="3312" y="549"/>
                    <a:pt x="3270" y="551"/>
                  </a:cubicBezTo>
                  <a:cubicBezTo>
                    <a:pt x="2413" y="551"/>
                    <a:pt x="1584" y="888"/>
                    <a:pt x="976" y="1533"/>
                  </a:cubicBezTo>
                  <a:cubicBezTo>
                    <a:pt x="367" y="2142"/>
                    <a:pt x="30" y="2963"/>
                    <a:pt x="1" y="3821"/>
                  </a:cubicBezTo>
                  <a:cubicBezTo>
                    <a:pt x="1" y="4862"/>
                    <a:pt x="484" y="5807"/>
                    <a:pt x="1284" y="6445"/>
                  </a:cubicBezTo>
                  <a:lnTo>
                    <a:pt x="1284" y="7332"/>
                  </a:lnTo>
                  <a:cubicBezTo>
                    <a:pt x="1284" y="8828"/>
                    <a:pt x="1951" y="10206"/>
                    <a:pt x="3087" y="11152"/>
                  </a:cubicBezTo>
                  <a:lnTo>
                    <a:pt x="3204" y="11247"/>
                  </a:lnTo>
                  <a:lnTo>
                    <a:pt x="4641" y="11247"/>
                  </a:lnTo>
                  <a:lnTo>
                    <a:pt x="4641" y="8557"/>
                  </a:lnTo>
                  <a:cubicBezTo>
                    <a:pt x="4641" y="8161"/>
                    <a:pt x="4949" y="7824"/>
                    <a:pt x="5345" y="7824"/>
                  </a:cubicBezTo>
                  <a:cubicBezTo>
                    <a:pt x="5741" y="7824"/>
                    <a:pt x="6078" y="8161"/>
                    <a:pt x="6078" y="8557"/>
                  </a:cubicBezTo>
                  <a:lnTo>
                    <a:pt x="6078" y="11247"/>
                  </a:lnTo>
                  <a:lnTo>
                    <a:pt x="7515" y="11247"/>
                  </a:lnTo>
                  <a:lnTo>
                    <a:pt x="7633" y="11152"/>
                  </a:lnTo>
                  <a:cubicBezTo>
                    <a:pt x="8219" y="10661"/>
                    <a:pt x="8674" y="10052"/>
                    <a:pt x="8982" y="9378"/>
                  </a:cubicBezTo>
                  <a:lnTo>
                    <a:pt x="9165" y="9686"/>
                  </a:lnTo>
                  <a:lnTo>
                    <a:pt x="9619" y="9686"/>
                  </a:lnTo>
                  <a:lnTo>
                    <a:pt x="10323" y="8373"/>
                  </a:lnTo>
                  <a:lnTo>
                    <a:pt x="11577" y="7670"/>
                  </a:lnTo>
                  <a:lnTo>
                    <a:pt x="11577" y="7149"/>
                  </a:lnTo>
                  <a:lnTo>
                    <a:pt x="10323" y="6482"/>
                  </a:lnTo>
                  <a:lnTo>
                    <a:pt x="10015" y="5866"/>
                  </a:lnTo>
                  <a:cubicBezTo>
                    <a:pt x="10199" y="5654"/>
                    <a:pt x="10323" y="5382"/>
                    <a:pt x="10448" y="5104"/>
                  </a:cubicBezTo>
                  <a:lnTo>
                    <a:pt x="10477" y="5104"/>
                  </a:lnTo>
                  <a:lnTo>
                    <a:pt x="11269" y="3608"/>
                  </a:lnTo>
                  <a:lnTo>
                    <a:pt x="12706" y="2816"/>
                  </a:lnTo>
                  <a:lnTo>
                    <a:pt x="12706" y="2296"/>
                  </a:lnTo>
                  <a:lnTo>
                    <a:pt x="11269" y="1497"/>
                  </a:lnTo>
                  <a:lnTo>
                    <a:pt x="104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51"/>
            <p:cNvSpPr/>
            <p:nvPr/>
          </p:nvSpPr>
          <p:spPr>
            <a:xfrm>
              <a:off x="4139350" y="2048275"/>
              <a:ext cx="97900" cy="100100"/>
            </a:xfrm>
            <a:custGeom>
              <a:rect b="b" l="l" r="r" t="t"/>
              <a:pathLst>
                <a:path extrusionOk="0" h="4004" w="3916">
                  <a:moveTo>
                    <a:pt x="1958" y="1137"/>
                  </a:moveTo>
                  <a:lnTo>
                    <a:pt x="2266" y="1716"/>
                  </a:lnTo>
                  <a:lnTo>
                    <a:pt x="2815" y="1987"/>
                  </a:lnTo>
                  <a:lnTo>
                    <a:pt x="2266" y="2295"/>
                  </a:lnTo>
                  <a:lnTo>
                    <a:pt x="1958" y="2874"/>
                  </a:lnTo>
                  <a:lnTo>
                    <a:pt x="1650" y="2295"/>
                  </a:lnTo>
                  <a:lnTo>
                    <a:pt x="1100" y="1987"/>
                  </a:lnTo>
                  <a:lnTo>
                    <a:pt x="1650" y="1716"/>
                  </a:lnTo>
                  <a:lnTo>
                    <a:pt x="1958" y="1137"/>
                  </a:lnTo>
                  <a:close/>
                  <a:moveTo>
                    <a:pt x="1716" y="0"/>
                  </a:moveTo>
                  <a:lnTo>
                    <a:pt x="1100" y="1166"/>
                  </a:lnTo>
                  <a:lnTo>
                    <a:pt x="0" y="1745"/>
                  </a:lnTo>
                  <a:lnTo>
                    <a:pt x="0" y="2266"/>
                  </a:lnTo>
                  <a:lnTo>
                    <a:pt x="1100" y="2845"/>
                  </a:lnTo>
                  <a:lnTo>
                    <a:pt x="1716" y="4003"/>
                  </a:lnTo>
                  <a:lnTo>
                    <a:pt x="2170" y="4003"/>
                  </a:lnTo>
                  <a:lnTo>
                    <a:pt x="2815" y="2845"/>
                  </a:lnTo>
                  <a:lnTo>
                    <a:pt x="3915" y="2266"/>
                  </a:lnTo>
                  <a:lnTo>
                    <a:pt x="3915" y="1745"/>
                  </a:lnTo>
                  <a:lnTo>
                    <a:pt x="2815" y="1166"/>
                  </a:lnTo>
                  <a:lnTo>
                    <a:pt x="21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67" name="Google Shape;256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274" y="2708150"/>
            <a:ext cx="2412325" cy="21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8" name="Google Shape;2568;p51"/>
          <p:cNvPicPr preferRelativeResize="0"/>
          <p:nvPr/>
        </p:nvPicPr>
        <p:blipFill rotWithShape="1">
          <a:blip r:embed="rId5">
            <a:alphaModFix/>
          </a:blip>
          <a:srcRect b="19877" l="58872" r="5939" t="13509"/>
          <a:stretch/>
        </p:blipFill>
        <p:spPr>
          <a:xfrm>
            <a:off x="369025" y="2689600"/>
            <a:ext cx="2111698" cy="162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9" name="Google Shape;256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4650" y="2708138"/>
            <a:ext cx="2111699" cy="15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0" name="Google Shape;2570;p51"/>
          <p:cNvSpPr/>
          <p:nvPr/>
        </p:nvSpPr>
        <p:spPr>
          <a:xfrm>
            <a:off x="5026947" y="3431795"/>
            <a:ext cx="1062300" cy="477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1" name="Google Shape;2571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7825" y="2945138"/>
            <a:ext cx="1109000" cy="11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5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#4: Network effect </a:t>
            </a:r>
            <a:endParaRPr/>
          </a:p>
        </p:txBody>
      </p:sp>
      <p:sp>
        <p:nvSpPr>
          <p:cNvPr id="2577" name="Google Shape;2577;p52"/>
          <p:cNvSpPr txBox="1"/>
          <p:nvPr>
            <p:ph idx="1" type="body"/>
          </p:nvPr>
        </p:nvSpPr>
        <p:spPr>
          <a:xfrm>
            <a:off x="720000" y="1152475"/>
            <a:ext cx="77040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Nunito Medium"/>
              <a:buChar char="●"/>
            </a:pPr>
            <a:r>
              <a:rPr lang="en" sz="2000">
                <a:latin typeface="Nunito Medium"/>
                <a:ea typeface="Nunito Medium"/>
                <a:cs typeface="Nunito Medium"/>
                <a:sym typeface="Nunito Medium"/>
              </a:rPr>
              <a:t>“I have used Colgate for my entire life. I trust the brand.”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Nunito Medium"/>
              <a:buChar char="●"/>
            </a:pPr>
            <a:r>
              <a:rPr lang="en" sz="2000">
                <a:latin typeface="Nunito Medium"/>
                <a:ea typeface="Nunito Medium"/>
                <a:cs typeface="Nunito Medium"/>
                <a:sym typeface="Nunito Medium"/>
              </a:rPr>
              <a:t>“I use my roommate’s toothpaste.”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Nunito Medium"/>
              <a:buChar char="●"/>
            </a:pPr>
            <a:r>
              <a:rPr lang="en" sz="2000">
                <a:latin typeface="Nunito Medium"/>
                <a:ea typeface="Nunito Medium"/>
                <a:cs typeface="Nunito Medium"/>
                <a:sym typeface="Nunito Medium"/>
              </a:rPr>
              <a:t>“My wife buys all the dental products.”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pSp>
        <p:nvGrpSpPr>
          <p:cNvPr id="2578" name="Google Shape;2578;p52"/>
          <p:cNvGrpSpPr/>
          <p:nvPr/>
        </p:nvGrpSpPr>
        <p:grpSpPr>
          <a:xfrm>
            <a:off x="769197" y="3196192"/>
            <a:ext cx="1917083" cy="1395226"/>
            <a:chOff x="3972772" y="2726842"/>
            <a:chExt cx="1917083" cy="1395226"/>
          </a:xfrm>
        </p:grpSpPr>
        <p:sp>
          <p:nvSpPr>
            <p:cNvPr id="2579" name="Google Shape;2579;p52"/>
            <p:cNvSpPr/>
            <p:nvPr/>
          </p:nvSpPr>
          <p:spPr>
            <a:xfrm>
              <a:off x="3972772" y="2726842"/>
              <a:ext cx="1586486" cy="1395226"/>
            </a:xfrm>
            <a:custGeom>
              <a:rect b="b" l="l" r="r" t="t"/>
              <a:pathLst>
                <a:path extrusionOk="0" h="24066" w="27365">
                  <a:moveTo>
                    <a:pt x="15823" y="0"/>
                  </a:moveTo>
                  <a:cubicBezTo>
                    <a:pt x="15148" y="0"/>
                    <a:pt x="14470" y="114"/>
                    <a:pt x="13792" y="362"/>
                  </a:cubicBezTo>
                  <a:cubicBezTo>
                    <a:pt x="13604" y="426"/>
                    <a:pt x="13398" y="462"/>
                    <a:pt x="13195" y="462"/>
                  </a:cubicBezTo>
                  <a:cubicBezTo>
                    <a:pt x="13040" y="462"/>
                    <a:pt x="12886" y="441"/>
                    <a:pt x="12742" y="395"/>
                  </a:cubicBezTo>
                  <a:cubicBezTo>
                    <a:pt x="12350" y="258"/>
                    <a:pt x="11940" y="193"/>
                    <a:pt x="11519" y="193"/>
                  </a:cubicBezTo>
                  <a:cubicBezTo>
                    <a:pt x="7507" y="193"/>
                    <a:pt x="2382" y="6058"/>
                    <a:pt x="1" y="11249"/>
                  </a:cubicBezTo>
                  <a:cubicBezTo>
                    <a:pt x="1496" y="16287"/>
                    <a:pt x="4540" y="20527"/>
                    <a:pt x="8336" y="22601"/>
                  </a:cubicBezTo>
                  <a:cubicBezTo>
                    <a:pt x="10094" y="23577"/>
                    <a:pt x="12002" y="24066"/>
                    <a:pt x="13906" y="24066"/>
                  </a:cubicBezTo>
                  <a:cubicBezTo>
                    <a:pt x="16111" y="24066"/>
                    <a:pt x="18311" y="23411"/>
                    <a:pt x="20273" y="22102"/>
                  </a:cubicBezTo>
                  <a:cubicBezTo>
                    <a:pt x="23928" y="19637"/>
                    <a:pt x="26673" y="14878"/>
                    <a:pt x="27365" y="9560"/>
                  </a:cubicBezTo>
                  <a:cubicBezTo>
                    <a:pt x="24600" y="4988"/>
                    <a:pt x="20285" y="0"/>
                    <a:pt x="1582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52"/>
            <p:cNvSpPr/>
            <p:nvPr/>
          </p:nvSpPr>
          <p:spPr>
            <a:xfrm>
              <a:off x="4019383" y="2906969"/>
              <a:ext cx="1494827" cy="1022679"/>
            </a:xfrm>
            <a:custGeom>
              <a:rect b="b" l="l" r="r" t="t"/>
              <a:pathLst>
                <a:path extrusionOk="0" h="17640" w="25784">
                  <a:moveTo>
                    <a:pt x="13226" y="1"/>
                  </a:moveTo>
                  <a:cubicBezTo>
                    <a:pt x="12971" y="1"/>
                    <a:pt x="12717" y="9"/>
                    <a:pt x="12463" y="26"/>
                  </a:cubicBezTo>
                  <a:cubicBezTo>
                    <a:pt x="7452" y="385"/>
                    <a:pt x="2573" y="3542"/>
                    <a:pt x="1" y="8029"/>
                  </a:cubicBezTo>
                  <a:cubicBezTo>
                    <a:pt x="1383" y="11797"/>
                    <a:pt x="4268" y="14981"/>
                    <a:pt x="7837" y="16563"/>
                  </a:cubicBezTo>
                  <a:cubicBezTo>
                    <a:pt x="9491" y="17279"/>
                    <a:pt x="11286" y="17640"/>
                    <a:pt x="13078" y="17640"/>
                  </a:cubicBezTo>
                  <a:cubicBezTo>
                    <a:pt x="15159" y="17640"/>
                    <a:pt x="17237" y="17153"/>
                    <a:pt x="19083" y="16171"/>
                  </a:cubicBezTo>
                  <a:cubicBezTo>
                    <a:pt x="22546" y="14316"/>
                    <a:pt x="25118" y="10747"/>
                    <a:pt x="25783" y="6759"/>
                  </a:cubicBezTo>
                  <a:cubicBezTo>
                    <a:pt x="22812" y="2892"/>
                    <a:pt x="17972" y="1"/>
                    <a:pt x="132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52"/>
            <p:cNvSpPr/>
            <p:nvPr/>
          </p:nvSpPr>
          <p:spPr>
            <a:xfrm>
              <a:off x="4080313" y="2906912"/>
              <a:ext cx="1419634" cy="374634"/>
            </a:xfrm>
            <a:custGeom>
              <a:rect b="b" l="l" r="r" t="t"/>
              <a:pathLst>
                <a:path extrusionOk="0" h="6462" w="24487">
                  <a:moveTo>
                    <a:pt x="12196" y="1"/>
                  </a:moveTo>
                  <a:cubicBezTo>
                    <a:pt x="11935" y="1"/>
                    <a:pt x="11673" y="9"/>
                    <a:pt x="11412" y="27"/>
                  </a:cubicBezTo>
                  <a:cubicBezTo>
                    <a:pt x="7039" y="360"/>
                    <a:pt x="2719" y="2825"/>
                    <a:pt x="0" y="6454"/>
                  </a:cubicBezTo>
                  <a:cubicBezTo>
                    <a:pt x="193" y="6428"/>
                    <a:pt x="392" y="6368"/>
                    <a:pt x="585" y="6288"/>
                  </a:cubicBezTo>
                  <a:cubicBezTo>
                    <a:pt x="1163" y="6062"/>
                    <a:pt x="1662" y="5650"/>
                    <a:pt x="1994" y="5125"/>
                  </a:cubicBezTo>
                  <a:cubicBezTo>
                    <a:pt x="2136" y="5152"/>
                    <a:pt x="2282" y="5165"/>
                    <a:pt x="2429" y="5165"/>
                  </a:cubicBezTo>
                  <a:cubicBezTo>
                    <a:pt x="3338" y="5165"/>
                    <a:pt x="4291" y="4669"/>
                    <a:pt x="4766" y="3902"/>
                  </a:cubicBezTo>
                  <a:cubicBezTo>
                    <a:pt x="5171" y="4088"/>
                    <a:pt x="5618" y="4178"/>
                    <a:pt x="6064" y="4178"/>
                  </a:cubicBezTo>
                  <a:cubicBezTo>
                    <a:pt x="6898" y="4178"/>
                    <a:pt x="7733" y="3864"/>
                    <a:pt x="8308" y="3271"/>
                  </a:cubicBezTo>
                  <a:cubicBezTo>
                    <a:pt x="8790" y="3499"/>
                    <a:pt x="9334" y="3618"/>
                    <a:pt x="9873" y="3618"/>
                  </a:cubicBezTo>
                  <a:cubicBezTo>
                    <a:pt x="10634" y="3618"/>
                    <a:pt x="11385" y="3381"/>
                    <a:pt x="11937" y="2879"/>
                  </a:cubicBezTo>
                  <a:cubicBezTo>
                    <a:pt x="12506" y="3381"/>
                    <a:pt x="13254" y="3618"/>
                    <a:pt x="14010" y="3618"/>
                  </a:cubicBezTo>
                  <a:cubicBezTo>
                    <a:pt x="14545" y="3618"/>
                    <a:pt x="15084" y="3499"/>
                    <a:pt x="15566" y="3271"/>
                  </a:cubicBezTo>
                  <a:cubicBezTo>
                    <a:pt x="16142" y="3864"/>
                    <a:pt x="16988" y="4178"/>
                    <a:pt x="17823" y="4178"/>
                  </a:cubicBezTo>
                  <a:cubicBezTo>
                    <a:pt x="18269" y="4178"/>
                    <a:pt x="18713" y="4088"/>
                    <a:pt x="19109" y="3902"/>
                  </a:cubicBezTo>
                  <a:cubicBezTo>
                    <a:pt x="19613" y="4669"/>
                    <a:pt x="20545" y="5165"/>
                    <a:pt x="21465" y="5165"/>
                  </a:cubicBezTo>
                  <a:cubicBezTo>
                    <a:pt x="21613" y="5165"/>
                    <a:pt x="21761" y="5152"/>
                    <a:pt x="21907" y="5125"/>
                  </a:cubicBezTo>
                  <a:cubicBezTo>
                    <a:pt x="22213" y="5650"/>
                    <a:pt x="22738" y="6062"/>
                    <a:pt x="23323" y="6288"/>
                  </a:cubicBezTo>
                  <a:cubicBezTo>
                    <a:pt x="23623" y="6405"/>
                    <a:pt x="23959" y="6461"/>
                    <a:pt x="24290" y="6461"/>
                  </a:cubicBezTo>
                  <a:cubicBezTo>
                    <a:pt x="24356" y="6461"/>
                    <a:pt x="24421" y="6459"/>
                    <a:pt x="24486" y="6454"/>
                  </a:cubicBezTo>
                  <a:cubicBezTo>
                    <a:pt x="21498" y="2730"/>
                    <a:pt x="16819" y="1"/>
                    <a:pt x="1219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52"/>
            <p:cNvSpPr/>
            <p:nvPr/>
          </p:nvSpPr>
          <p:spPr>
            <a:xfrm>
              <a:off x="4131909" y="3584229"/>
              <a:ext cx="1271682" cy="345415"/>
            </a:xfrm>
            <a:custGeom>
              <a:rect b="b" l="l" r="r" t="t"/>
              <a:pathLst>
                <a:path extrusionOk="0" h="5958" w="21935">
                  <a:moveTo>
                    <a:pt x="21854" y="1"/>
                  </a:moveTo>
                  <a:cubicBezTo>
                    <a:pt x="21050" y="1"/>
                    <a:pt x="20258" y="384"/>
                    <a:pt x="19801" y="1059"/>
                  </a:cubicBezTo>
                  <a:cubicBezTo>
                    <a:pt x="19509" y="933"/>
                    <a:pt x="19196" y="870"/>
                    <a:pt x="18888" y="870"/>
                  </a:cubicBezTo>
                  <a:cubicBezTo>
                    <a:pt x="18580" y="870"/>
                    <a:pt x="18276" y="933"/>
                    <a:pt x="18000" y="1059"/>
                  </a:cubicBezTo>
                  <a:cubicBezTo>
                    <a:pt x="17415" y="1305"/>
                    <a:pt x="16950" y="1777"/>
                    <a:pt x="16724" y="2329"/>
                  </a:cubicBezTo>
                  <a:cubicBezTo>
                    <a:pt x="16383" y="2099"/>
                    <a:pt x="15969" y="1987"/>
                    <a:pt x="15549" y="1987"/>
                  </a:cubicBezTo>
                  <a:cubicBezTo>
                    <a:pt x="14912" y="1987"/>
                    <a:pt x="14263" y="2246"/>
                    <a:pt x="13846" y="2747"/>
                  </a:cubicBezTo>
                  <a:cubicBezTo>
                    <a:pt x="13452" y="2551"/>
                    <a:pt x="13045" y="2453"/>
                    <a:pt x="12646" y="2453"/>
                  </a:cubicBezTo>
                  <a:cubicBezTo>
                    <a:pt x="12033" y="2453"/>
                    <a:pt x="11437" y="2682"/>
                    <a:pt x="10934" y="3133"/>
                  </a:cubicBezTo>
                  <a:cubicBezTo>
                    <a:pt x="10432" y="2682"/>
                    <a:pt x="9838" y="2453"/>
                    <a:pt x="9228" y="2453"/>
                  </a:cubicBezTo>
                  <a:cubicBezTo>
                    <a:pt x="8829" y="2453"/>
                    <a:pt x="8423" y="2551"/>
                    <a:pt x="8030" y="2747"/>
                  </a:cubicBezTo>
                  <a:cubicBezTo>
                    <a:pt x="7629" y="2246"/>
                    <a:pt x="6986" y="1987"/>
                    <a:pt x="6345" y="1987"/>
                  </a:cubicBezTo>
                  <a:cubicBezTo>
                    <a:pt x="5924" y="1987"/>
                    <a:pt x="5503" y="2099"/>
                    <a:pt x="5152" y="2329"/>
                  </a:cubicBezTo>
                  <a:cubicBezTo>
                    <a:pt x="4926" y="1777"/>
                    <a:pt x="4454" y="1305"/>
                    <a:pt x="3902" y="1059"/>
                  </a:cubicBezTo>
                  <a:cubicBezTo>
                    <a:pt x="3613" y="933"/>
                    <a:pt x="3302" y="870"/>
                    <a:pt x="2994" y="870"/>
                  </a:cubicBezTo>
                  <a:cubicBezTo>
                    <a:pt x="2686" y="870"/>
                    <a:pt x="2380" y="933"/>
                    <a:pt x="2101" y="1059"/>
                  </a:cubicBezTo>
                  <a:cubicBezTo>
                    <a:pt x="1629" y="394"/>
                    <a:pt x="798" y="2"/>
                    <a:pt x="1" y="2"/>
                  </a:cubicBezTo>
                  <a:cubicBezTo>
                    <a:pt x="1523" y="2136"/>
                    <a:pt x="3543" y="3851"/>
                    <a:pt x="5896" y="4881"/>
                  </a:cubicBezTo>
                  <a:cubicBezTo>
                    <a:pt x="7550" y="5597"/>
                    <a:pt x="9345" y="5958"/>
                    <a:pt x="11137" y="5958"/>
                  </a:cubicBezTo>
                  <a:cubicBezTo>
                    <a:pt x="13218" y="5958"/>
                    <a:pt x="15296" y="5471"/>
                    <a:pt x="17142" y="4489"/>
                  </a:cubicBezTo>
                  <a:cubicBezTo>
                    <a:pt x="19076" y="3439"/>
                    <a:pt x="20712" y="1890"/>
                    <a:pt x="21935" y="2"/>
                  </a:cubicBezTo>
                  <a:cubicBezTo>
                    <a:pt x="21908" y="1"/>
                    <a:pt x="21881" y="1"/>
                    <a:pt x="2185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52"/>
            <p:cNvSpPr/>
            <p:nvPr/>
          </p:nvSpPr>
          <p:spPr>
            <a:xfrm>
              <a:off x="4565433" y="3155854"/>
              <a:ext cx="773792" cy="415797"/>
            </a:xfrm>
            <a:custGeom>
              <a:rect b="b" l="l" r="r" t="t"/>
              <a:pathLst>
                <a:path extrusionOk="0" h="7172" w="13347">
                  <a:moveTo>
                    <a:pt x="12595" y="0"/>
                  </a:moveTo>
                  <a:lnTo>
                    <a:pt x="0" y="5510"/>
                  </a:lnTo>
                  <a:lnTo>
                    <a:pt x="718" y="7172"/>
                  </a:lnTo>
                  <a:lnTo>
                    <a:pt x="13347" y="1662"/>
                  </a:lnTo>
                  <a:lnTo>
                    <a:pt x="1259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52"/>
            <p:cNvSpPr/>
            <p:nvPr/>
          </p:nvSpPr>
          <p:spPr>
            <a:xfrm>
              <a:off x="4565433" y="3353142"/>
              <a:ext cx="322573" cy="218508"/>
            </a:xfrm>
            <a:custGeom>
              <a:rect b="b" l="l" r="r" t="t"/>
              <a:pathLst>
                <a:path extrusionOk="0" h="3769" w="5564">
                  <a:moveTo>
                    <a:pt x="4846" y="0"/>
                  </a:moveTo>
                  <a:lnTo>
                    <a:pt x="0" y="2107"/>
                  </a:lnTo>
                  <a:lnTo>
                    <a:pt x="718" y="3769"/>
                  </a:lnTo>
                  <a:lnTo>
                    <a:pt x="5563" y="1662"/>
                  </a:lnTo>
                  <a:cubicBezTo>
                    <a:pt x="5424" y="1057"/>
                    <a:pt x="5178" y="499"/>
                    <a:pt x="48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52"/>
            <p:cNvSpPr/>
            <p:nvPr/>
          </p:nvSpPr>
          <p:spPr>
            <a:xfrm>
              <a:off x="4235971" y="3263339"/>
              <a:ext cx="629666" cy="552908"/>
            </a:xfrm>
            <a:custGeom>
              <a:rect b="b" l="l" r="r" t="t"/>
              <a:pathLst>
                <a:path extrusionOk="0" h="9537" w="10861">
                  <a:moveTo>
                    <a:pt x="5446" y="1"/>
                  </a:moveTo>
                  <a:cubicBezTo>
                    <a:pt x="4802" y="1"/>
                    <a:pt x="4149" y="133"/>
                    <a:pt x="3523" y="413"/>
                  </a:cubicBezTo>
                  <a:cubicBezTo>
                    <a:pt x="1110" y="1470"/>
                    <a:pt x="0" y="4268"/>
                    <a:pt x="1084" y="6674"/>
                  </a:cubicBezTo>
                  <a:cubicBezTo>
                    <a:pt x="1864" y="8467"/>
                    <a:pt x="3610" y="9537"/>
                    <a:pt x="5446" y="9537"/>
                  </a:cubicBezTo>
                  <a:cubicBezTo>
                    <a:pt x="6081" y="9537"/>
                    <a:pt x="6725" y="9409"/>
                    <a:pt x="7345" y="9140"/>
                  </a:cubicBezTo>
                  <a:cubicBezTo>
                    <a:pt x="9751" y="8090"/>
                    <a:pt x="10861" y="5265"/>
                    <a:pt x="9804" y="2852"/>
                  </a:cubicBezTo>
                  <a:cubicBezTo>
                    <a:pt x="9027" y="1071"/>
                    <a:pt x="7278" y="1"/>
                    <a:pt x="544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52"/>
            <p:cNvSpPr/>
            <p:nvPr/>
          </p:nvSpPr>
          <p:spPr>
            <a:xfrm>
              <a:off x="4287625" y="3307980"/>
              <a:ext cx="526413" cy="463162"/>
            </a:xfrm>
            <a:custGeom>
              <a:rect b="b" l="l" r="r" t="t"/>
              <a:pathLst>
                <a:path extrusionOk="0" h="7989" w="9080">
                  <a:moveTo>
                    <a:pt x="4543" y="0"/>
                  </a:moveTo>
                  <a:cubicBezTo>
                    <a:pt x="4005" y="0"/>
                    <a:pt x="3457" y="110"/>
                    <a:pt x="2931" y="341"/>
                  </a:cubicBezTo>
                  <a:cubicBezTo>
                    <a:pt x="911" y="1225"/>
                    <a:pt x="0" y="3578"/>
                    <a:pt x="884" y="5598"/>
                  </a:cubicBezTo>
                  <a:cubicBezTo>
                    <a:pt x="1540" y="7097"/>
                    <a:pt x="3007" y="7988"/>
                    <a:pt x="4546" y="7988"/>
                  </a:cubicBezTo>
                  <a:cubicBezTo>
                    <a:pt x="5082" y="7988"/>
                    <a:pt x="5626" y="7880"/>
                    <a:pt x="6148" y="7652"/>
                  </a:cubicBezTo>
                  <a:cubicBezTo>
                    <a:pt x="8169" y="6761"/>
                    <a:pt x="9079" y="4408"/>
                    <a:pt x="8195" y="2388"/>
                  </a:cubicBezTo>
                  <a:cubicBezTo>
                    <a:pt x="7541" y="891"/>
                    <a:pt x="6080" y="0"/>
                    <a:pt x="45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52"/>
            <p:cNvSpPr/>
            <p:nvPr/>
          </p:nvSpPr>
          <p:spPr>
            <a:xfrm>
              <a:off x="4370817" y="3344852"/>
              <a:ext cx="197753" cy="145517"/>
            </a:xfrm>
            <a:custGeom>
              <a:rect b="b" l="l" r="r" t="t"/>
              <a:pathLst>
                <a:path extrusionOk="0" h="2510" w="3411">
                  <a:moveTo>
                    <a:pt x="2881" y="0"/>
                  </a:moveTo>
                  <a:cubicBezTo>
                    <a:pt x="2863" y="0"/>
                    <a:pt x="2844" y="2"/>
                    <a:pt x="2825" y="4"/>
                  </a:cubicBezTo>
                  <a:cubicBezTo>
                    <a:pt x="2467" y="37"/>
                    <a:pt x="2108" y="117"/>
                    <a:pt x="1749" y="283"/>
                  </a:cubicBezTo>
                  <a:cubicBezTo>
                    <a:pt x="1057" y="589"/>
                    <a:pt x="499" y="1087"/>
                    <a:pt x="140" y="1752"/>
                  </a:cubicBezTo>
                  <a:cubicBezTo>
                    <a:pt x="1" y="1998"/>
                    <a:pt x="114" y="2303"/>
                    <a:pt x="366" y="2443"/>
                  </a:cubicBezTo>
                  <a:cubicBezTo>
                    <a:pt x="446" y="2488"/>
                    <a:pt x="532" y="2510"/>
                    <a:pt x="617" y="2510"/>
                  </a:cubicBezTo>
                  <a:cubicBezTo>
                    <a:pt x="793" y="2510"/>
                    <a:pt x="963" y="2416"/>
                    <a:pt x="1057" y="2250"/>
                  </a:cubicBezTo>
                  <a:cubicBezTo>
                    <a:pt x="1303" y="1778"/>
                    <a:pt x="1696" y="1419"/>
                    <a:pt x="2161" y="1227"/>
                  </a:cubicBezTo>
                  <a:cubicBezTo>
                    <a:pt x="2413" y="1114"/>
                    <a:pt x="2659" y="1061"/>
                    <a:pt x="2912" y="1034"/>
                  </a:cubicBezTo>
                  <a:cubicBezTo>
                    <a:pt x="3218" y="1001"/>
                    <a:pt x="3410" y="755"/>
                    <a:pt x="3384" y="476"/>
                  </a:cubicBezTo>
                  <a:cubicBezTo>
                    <a:pt x="3384" y="422"/>
                    <a:pt x="3384" y="369"/>
                    <a:pt x="3357" y="309"/>
                  </a:cubicBezTo>
                  <a:cubicBezTo>
                    <a:pt x="3278" y="133"/>
                    <a:pt x="3087" y="0"/>
                    <a:pt x="288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52"/>
            <p:cNvSpPr/>
            <p:nvPr/>
          </p:nvSpPr>
          <p:spPr>
            <a:xfrm>
              <a:off x="4356555" y="3537501"/>
              <a:ext cx="77165" cy="98905"/>
            </a:xfrm>
            <a:custGeom>
              <a:rect b="b" l="l" r="r" t="t"/>
              <a:pathLst>
                <a:path extrusionOk="0" h="1706" w="1331">
                  <a:moveTo>
                    <a:pt x="516" y="0"/>
                  </a:moveTo>
                  <a:cubicBezTo>
                    <a:pt x="493" y="0"/>
                    <a:pt x="470" y="1"/>
                    <a:pt x="446" y="4"/>
                  </a:cubicBezTo>
                  <a:cubicBezTo>
                    <a:pt x="167" y="64"/>
                    <a:pt x="1" y="310"/>
                    <a:pt x="27" y="616"/>
                  </a:cubicBezTo>
                  <a:cubicBezTo>
                    <a:pt x="81" y="868"/>
                    <a:pt x="167" y="1141"/>
                    <a:pt x="280" y="1393"/>
                  </a:cubicBezTo>
                  <a:cubicBezTo>
                    <a:pt x="361" y="1580"/>
                    <a:pt x="557" y="1705"/>
                    <a:pt x="757" y="1705"/>
                  </a:cubicBezTo>
                  <a:cubicBezTo>
                    <a:pt x="820" y="1705"/>
                    <a:pt x="884" y="1693"/>
                    <a:pt x="945" y="1666"/>
                  </a:cubicBezTo>
                  <a:cubicBezTo>
                    <a:pt x="1217" y="1533"/>
                    <a:pt x="1330" y="1254"/>
                    <a:pt x="1217" y="974"/>
                  </a:cubicBezTo>
                  <a:cubicBezTo>
                    <a:pt x="1137" y="808"/>
                    <a:pt x="1077" y="616"/>
                    <a:pt x="1051" y="423"/>
                  </a:cubicBezTo>
                  <a:cubicBezTo>
                    <a:pt x="1051" y="396"/>
                    <a:pt x="1024" y="336"/>
                    <a:pt x="1024" y="310"/>
                  </a:cubicBezTo>
                  <a:cubicBezTo>
                    <a:pt x="922" y="112"/>
                    <a:pt x="733" y="0"/>
                    <a:pt x="51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52"/>
            <p:cNvSpPr/>
            <p:nvPr/>
          </p:nvSpPr>
          <p:spPr>
            <a:xfrm>
              <a:off x="5157630" y="2881113"/>
              <a:ext cx="732224" cy="481714"/>
            </a:xfrm>
            <a:custGeom>
              <a:rect b="b" l="l" r="r" t="t"/>
              <a:pathLst>
                <a:path extrusionOk="0" h="8309" w="12630">
                  <a:moveTo>
                    <a:pt x="10356" y="0"/>
                  </a:moveTo>
                  <a:lnTo>
                    <a:pt x="1" y="4547"/>
                  </a:lnTo>
                  <a:lnTo>
                    <a:pt x="1636" y="8308"/>
                  </a:lnTo>
                  <a:lnTo>
                    <a:pt x="12630" y="3490"/>
                  </a:lnTo>
                  <a:cubicBezTo>
                    <a:pt x="12297" y="2160"/>
                    <a:pt x="11440" y="918"/>
                    <a:pt x="103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0" name="Google Shape;2590;p52"/>
          <p:cNvGrpSpPr/>
          <p:nvPr/>
        </p:nvGrpSpPr>
        <p:grpSpPr>
          <a:xfrm>
            <a:off x="5761675" y="3212249"/>
            <a:ext cx="2693719" cy="1363133"/>
            <a:chOff x="-56975" y="3598063"/>
            <a:chExt cx="2253970" cy="1140602"/>
          </a:xfrm>
        </p:grpSpPr>
        <p:sp>
          <p:nvSpPr>
            <p:cNvPr id="2591" name="Google Shape;2591;p52"/>
            <p:cNvSpPr/>
            <p:nvPr/>
          </p:nvSpPr>
          <p:spPr>
            <a:xfrm>
              <a:off x="77081" y="4136271"/>
              <a:ext cx="601929" cy="602392"/>
            </a:xfrm>
            <a:custGeom>
              <a:rect b="b" l="l" r="r" t="t"/>
              <a:pathLst>
                <a:path extrusionOk="0" h="9113" w="9106">
                  <a:moveTo>
                    <a:pt x="0" y="0"/>
                  </a:moveTo>
                  <a:lnTo>
                    <a:pt x="0" y="9113"/>
                  </a:lnTo>
                  <a:lnTo>
                    <a:pt x="9106" y="9113"/>
                  </a:lnTo>
                  <a:lnTo>
                    <a:pt x="91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52"/>
            <p:cNvSpPr/>
            <p:nvPr/>
          </p:nvSpPr>
          <p:spPr>
            <a:xfrm>
              <a:off x="678947" y="3663967"/>
              <a:ext cx="782125" cy="1074694"/>
            </a:xfrm>
            <a:custGeom>
              <a:rect b="b" l="l" r="r" t="t"/>
              <a:pathLst>
                <a:path extrusionOk="0" h="16258" w="11832">
                  <a:moveTo>
                    <a:pt x="1" y="0"/>
                  </a:moveTo>
                  <a:lnTo>
                    <a:pt x="1" y="16258"/>
                  </a:lnTo>
                  <a:lnTo>
                    <a:pt x="11832" y="16258"/>
                  </a:lnTo>
                  <a:lnTo>
                    <a:pt x="1183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52"/>
            <p:cNvSpPr/>
            <p:nvPr/>
          </p:nvSpPr>
          <p:spPr>
            <a:xfrm>
              <a:off x="-56975" y="3914827"/>
              <a:ext cx="735985" cy="221509"/>
            </a:xfrm>
            <a:custGeom>
              <a:rect b="b" l="l" r="r" t="t"/>
              <a:pathLst>
                <a:path extrusionOk="0" h="3351" w="11134">
                  <a:moveTo>
                    <a:pt x="3357" y="0"/>
                  </a:moveTo>
                  <a:lnTo>
                    <a:pt x="1" y="3350"/>
                  </a:lnTo>
                  <a:lnTo>
                    <a:pt x="11134" y="3350"/>
                  </a:lnTo>
                  <a:lnTo>
                    <a:pt x="111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52"/>
            <p:cNvSpPr/>
            <p:nvPr/>
          </p:nvSpPr>
          <p:spPr>
            <a:xfrm>
              <a:off x="1461009" y="3914827"/>
              <a:ext cx="735985" cy="221509"/>
            </a:xfrm>
            <a:custGeom>
              <a:rect b="b" l="l" r="r" t="t"/>
              <a:pathLst>
                <a:path extrusionOk="0" h="3351" w="11134">
                  <a:moveTo>
                    <a:pt x="1" y="0"/>
                  </a:moveTo>
                  <a:lnTo>
                    <a:pt x="1" y="3350"/>
                  </a:lnTo>
                  <a:lnTo>
                    <a:pt x="11134" y="3350"/>
                  </a:lnTo>
                  <a:lnTo>
                    <a:pt x="777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52"/>
            <p:cNvSpPr/>
            <p:nvPr/>
          </p:nvSpPr>
          <p:spPr>
            <a:xfrm>
              <a:off x="1461009" y="4136271"/>
              <a:ext cx="601995" cy="602392"/>
            </a:xfrm>
            <a:custGeom>
              <a:rect b="b" l="l" r="r" t="t"/>
              <a:pathLst>
                <a:path extrusionOk="0" h="9113" w="9107">
                  <a:moveTo>
                    <a:pt x="1" y="0"/>
                  </a:moveTo>
                  <a:lnTo>
                    <a:pt x="1" y="9113"/>
                  </a:lnTo>
                  <a:lnTo>
                    <a:pt x="9107" y="9113"/>
                  </a:lnTo>
                  <a:lnTo>
                    <a:pt x="910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52"/>
            <p:cNvSpPr/>
            <p:nvPr/>
          </p:nvSpPr>
          <p:spPr>
            <a:xfrm>
              <a:off x="77081" y="4136271"/>
              <a:ext cx="601929" cy="47462"/>
            </a:xfrm>
            <a:custGeom>
              <a:rect b="b" l="l" r="r" t="t"/>
              <a:pathLst>
                <a:path extrusionOk="0" h="718" w="9106">
                  <a:moveTo>
                    <a:pt x="0" y="0"/>
                  </a:moveTo>
                  <a:lnTo>
                    <a:pt x="0" y="718"/>
                  </a:lnTo>
                  <a:lnTo>
                    <a:pt x="9106" y="718"/>
                  </a:lnTo>
                  <a:lnTo>
                    <a:pt x="91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52"/>
            <p:cNvSpPr/>
            <p:nvPr/>
          </p:nvSpPr>
          <p:spPr>
            <a:xfrm>
              <a:off x="1461009" y="4136271"/>
              <a:ext cx="601995" cy="47462"/>
            </a:xfrm>
            <a:custGeom>
              <a:rect b="b" l="l" r="r" t="t"/>
              <a:pathLst>
                <a:path extrusionOk="0" h="718" w="9107">
                  <a:moveTo>
                    <a:pt x="1" y="0"/>
                  </a:moveTo>
                  <a:lnTo>
                    <a:pt x="1" y="718"/>
                  </a:lnTo>
                  <a:lnTo>
                    <a:pt x="9107" y="718"/>
                  </a:lnTo>
                  <a:lnTo>
                    <a:pt x="910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52"/>
            <p:cNvSpPr/>
            <p:nvPr/>
          </p:nvSpPr>
          <p:spPr>
            <a:xfrm>
              <a:off x="631552" y="3598063"/>
              <a:ext cx="876982" cy="65970"/>
            </a:xfrm>
            <a:custGeom>
              <a:rect b="b" l="l" r="r" t="t"/>
              <a:pathLst>
                <a:path extrusionOk="0" h="998" w="13267">
                  <a:moveTo>
                    <a:pt x="0" y="0"/>
                  </a:moveTo>
                  <a:lnTo>
                    <a:pt x="0" y="997"/>
                  </a:lnTo>
                  <a:lnTo>
                    <a:pt x="13267" y="997"/>
                  </a:lnTo>
                  <a:lnTo>
                    <a:pt x="1326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52"/>
            <p:cNvSpPr/>
            <p:nvPr/>
          </p:nvSpPr>
          <p:spPr>
            <a:xfrm>
              <a:off x="678947" y="3848923"/>
              <a:ext cx="782125" cy="40058"/>
            </a:xfrm>
            <a:custGeom>
              <a:rect b="b" l="l" r="r" t="t"/>
              <a:pathLst>
                <a:path extrusionOk="0" h="606" w="11832">
                  <a:moveTo>
                    <a:pt x="1" y="0"/>
                  </a:moveTo>
                  <a:lnTo>
                    <a:pt x="1" y="605"/>
                  </a:lnTo>
                  <a:lnTo>
                    <a:pt x="11832" y="605"/>
                  </a:lnTo>
                  <a:lnTo>
                    <a:pt x="1183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52"/>
            <p:cNvSpPr/>
            <p:nvPr/>
          </p:nvSpPr>
          <p:spPr>
            <a:xfrm>
              <a:off x="678947" y="3956538"/>
              <a:ext cx="782125" cy="40521"/>
            </a:xfrm>
            <a:custGeom>
              <a:rect b="b" l="l" r="r" t="t"/>
              <a:pathLst>
                <a:path extrusionOk="0" h="613" w="11832">
                  <a:moveTo>
                    <a:pt x="1" y="1"/>
                  </a:moveTo>
                  <a:lnTo>
                    <a:pt x="1" y="612"/>
                  </a:lnTo>
                  <a:lnTo>
                    <a:pt x="11832" y="612"/>
                  </a:lnTo>
                  <a:lnTo>
                    <a:pt x="118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52"/>
            <p:cNvSpPr/>
            <p:nvPr/>
          </p:nvSpPr>
          <p:spPr>
            <a:xfrm>
              <a:off x="924585" y="3768079"/>
              <a:ext cx="290917" cy="291314"/>
            </a:xfrm>
            <a:custGeom>
              <a:rect b="b" l="l" r="r" t="t"/>
              <a:pathLst>
                <a:path extrusionOk="0" h="4407" w="4401">
                  <a:moveTo>
                    <a:pt x="2187" y="0"/>
                  </a:moveTo>
                  <a:cubicBezTo>
                    <a:pt x="997" y="0"/>
                    <a:pt x="0" y="997"/>
                    <a:pt x="0" y="2220"/>
                  </a:cubicBezTo>
                  <a:cubicBezTo>
                    <a:pt x="0" y="3437"/>
                    <a:pt x="997" y="4407"/>
                    <a:pt x="2187" y="4407"/>
                  </a:cubicBezTo>
                  <a:cubicBezTo>
                    <a:pt x="3403" y="4407"/>
                    <a:pt x="4400" y="3437"/>
                    <a:pt x="4400" y="2220"/>
                  </a:cubicBezTo>
                  <a:cubicBezTo>
                    <a:pt x="4400" y="997"/>
                    <a:pt x="3403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52"/>
            <p:cNvSpPr/>
            <p:nvPr/>
          </p:nvSpPr>
          <p:spPr>
            <a:xfrm>
              <a:off x="970262" y="3804501"/>
              <a:ext cx="201282" cy="231425"/>
            </a:xfrm>
            <a:custGeom>
              <a:rect b="b" l="l" r="r" t="t"/>
              <a:pathLst>
                <a:path extrusionOk="0" h="3501" w="3045">
                  <a:moveTo>
                    <a:pt x="2363" y="0"/>
                  </a:moveTo>
                  <a:cubicBezTo>
                    <a:pt x="2209" y="0"/>
                    <a:pt x="2042" y="45"/>
                    <a:pt x="1882" y="114"/>
                  </a:cubicBezTo>
                  <a:cubicBezTo>
                    <a:pt x="1772" y="161"/>
                    <a:pt x="1663" y="178"/>
                    <a:pt x="1556" y="178"/>
                  </a:cubicBezTo>
                  <a:cubicBezTo>
                    <a:pt x="1292" y="178"/>
                    <a:pt x="1034" y="77"/>
                    <a:pt x="778" y="77"/>
                  </a:cubicBezTo>
                  <a:cubicBezTo>
                    <a:pt x="638" y="77"/>
                    <a:pt x="499" y="107"/>
                    <a:pt x="360" y="200"/>
                  </a:cubicBezTo>
                  <a:cubicBezTo>
                    <a:pt x="27" y="420"/>
                    <a:pt x="27" y="779"/>
                    <a:pt x="27" y="1111"/>
                  </a:cubicBezTo>
                  <a:cubicBezTo>
                    <a:pt x="1" y="1503"/>
                    <a:pt x="306" y="1722"/>
                    <a:pt x="473" y="2055"/>
                  </a:cubicBezTo>
                  <a:cubicBezTo>
                    <a:pt x="579" y="2274"/>
                    <a:pt x="639" y="2553"/>
                    <a:pt x="665" y="2799"/>
                  </a:cubicBezTo>
                  <a:cubicBezTo>
                    <a:pt x="692" y="2999"/>
                    <a:pt x="692" y="3331"/>
                    <a:pt x="858" y="3437"/>
                  </a:cubicBezTo>
                  <a:cubicBezTo>
                    <a:pt x="898" y="3461"/>
                    <a:pt x="937" y="3471"/>
                    <a:pt x="974" y="3471"/>
                  </a:cubicBezTo>
                  <a:cubicBezTo>
                    <a:pt x="1115" y="3471"/>
                    <a:pt x="1229" y="3323"/>
                    <a:pt x="1277" y="3191"/>
                  </a:cubicBezTo>
                  <a:cubicBezTo>
                    <a:pt x="1303" y="3052"/>
                    <a:pt x="1303" y="2886"/>
                    <a:pt x="1330" y="2746"/>
                  </a:cubicBezTo>
                  <a:cubicBezTo>
                    <a:pt x="1379" y="2594"/>
                    <a:pt x="1478" y="2464"/>
                    <a:pt x="1622" y="2464"/>
                  </a:cubicBezTo>
                  <a:cubicBezTo>
                    <a:pt x="1635" y="2464"/>
                    <a:pt x="1648" y="2465"/>
                    <a:pt x="1662" y="2467"/>
                  </a:cubicBezTo>
                  <a:cubicBezTo>
                    <a:pt x="1802" y="2467"/>
                    <a:pt x="1882" y="2633"/>
                    <a:pt x="1908" y="2799"/>
                  </a:cubicBezTo>
                  <a:cubicBezTo>
                    <a:pt x="1908" y="2939"/>
                    <a:pt x="1882" y="3105"/>
                    <a:pt x="1908" y="3244"/>
                  </a:cubicBezTo>
                  <a:cubicBezTo>
                    <a:pt x="1939" y="3372"/>
                    <a:pt x="2053" y="3500"/>
                    <a:pt x="2200" y="3500"/>
                  </a:cubicBezTo>
                  <a:cubicBezTo>
                    <a:pt x="2213" y="3500"/>
                    <a:pt x="2227" y="3499"/>
                    <a:pt x="2241" y="3497"/>
                  </a:cubicBezTo>
                  <a:cubicBezTo>
                    <a:pt x="2440" y="3411"/>
                    <a:pt x="2493" y="3078"/>
                    <a:pt x="2466" y="2886"/>
                  </a:cubicBezTo>
                  <a:cubicBezTo>
                    <a:pt x="2466" y="2693"/>
                    <a:pt x="2466" y="2500"/>
                    <a:pt x="2520" y="2301"/>
                  </a:cubicBezTo>
                  <a:cubicBezTo>
                    <a:pt x="2573" y="2108"/>
                    <a:pt x="2686" y="1968"/>
                    <a:pt x="2739" y="1802"/>
                  </a:cubicBezTo>
                  <a:cubicBezTo>
                    <a:pt x="2938" y="1417"/>
                    <a:pt x="3045" y="945"/>
                    <a:pt x="2965" y="533"/>
                  </a:cubicBezTo>
                  <a:cubicBezTo>
                    <a:pt x="2876" y="141"/>
                    <a:pt x="2639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52"/>
            <p:cNvSpPr/>
            <p:nvPr/>
          </p:nvSpPr>
          <p:spPr>
            <a:xfrm>
              <a:off x="809038" y="4321227"/>
              <a:ext cx="522011" cy="417437"/>
            </a:xfrm>
            <a:custGeom>
              <a:rect b="b" l="l" r="r" t="t"/>
              <a:pathLst>
                <a:path extrusionOk="0" h="6315" w="7897">
                  <a:moveTo>
                    <a:pt x="0" y="0"/>
                  </a:moveTo>
                  <a:lnTo>
                    <a:pt x="0" y="6315"/>
                  </a:lnTo>
                  <a:lnTo>
                    <a:pt x="7896" y="6315"/>
                  </a:lnTo>
                  <a:lnTo>
                    <a:pt x="789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52"/>
            <p:cNvSpPr/>
            <p:nvPr/>
          </p:nvSpPr>
          <p:spPr>
            <a:xfrm>
              <a:off x="829265" y="4340992"/>
              <a:ext cx="481557" cy="397673"/>
            </a:xfrm>
            <a:custGeom>
              <a:rect b="b" l="l" r="r" t="t"/>
              <a:pathLst>
                <a:path extrusionOk="0" h="6016" w="7285">
                  <a:moveTo>
                    <a:pt x="0" y="0"/>
                  </a:moveTo>
                  <a:lnTo>
                    <a:pt x="0" y="6016"/>
                  </a:lnTo>
                  <a:lnTo>
                    <a:pt x="7285" y="6016"/>
                  </a:lnTo>
                  <a:lnTo>
                    <a:pt x="7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52"/>
            <p:cNvSpPr/>
            <p:nvPr/>
          </p:nvSpPr>
          <p:spPr>
            <a:xfrm>
              <a:off x="1059898" y="4340992"/>
              <a:ext cx="20293" cy="397673"/>
            </a:xfrm>
            <a:custGeom>
              <a:rect b="b" l="l" r="r" t="t"/>
              <a:pathLst>
                <a:path extrusionOk="0" h="6016" w="307">
                  <a:moveTo>
                    <a:pt x="1" y="0"/>
                  </a:moveTo>
                  <a:lnTo>
                    <a:pt x="1" y="6016"/>
                  </a:lnTo>
                  <a:lnTo>
                    <a:pt x="306" y="6016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52"/>
            <p:cNvSpPr/>
            <p:nvPr/>
          </p:nvSpPr>
          <p:spPr>
            <a:xfrm>
              <a:off x="1019509" y="4489459"/>
              <a:ext cx="13220" cy="100740"/>
            </a:xfrm>
            <a:custGeom>
              <a:rect b="b" l="l" r="r" t="t"/>
              <a:pathLst>
                <a:path extrusionOk="0" h="1524" w="200">
                  <a:moveTo>
                    <a:pt x="113" y="1"/>
                  </a:moveTo>
                  <a:cubicBezTo>
                    <a:pt x="60" y="1"/>
                    <a:pt x="0" y="28"/>
                    <a:pt x="0" y="81"/>
                  </a:cubicBezTo>
                  <a:lnTo>
                    <a:pt x="0" y="1443"/>
                  </a:lnTo>
                  <a:cubicBezTo>
                    <a:pt x="0" y="1496"/>
                    <a:pt x="60" y="1523"/>
                    <a:pt x="113" y="1523"/>
                  </a:cubicBezTo>
                  <a:cubicBezTo>
                    <a:pt x="166" y="1523"/>
                    <a:pt x="199" y="1496"/>
                    <a:pt x="199" y="1443"/>
                  </a:cubicBezTo>
                  <a:lnTo>
                    <a:pt x="199" y="81"/>
                  </a:lnTo>
                  <a:cubicBezTo>
                    <a:pt x="199" y="28"/>
                    <a:pt x="166" y="1"/>
                    <a:pt x="11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52"/>
            <p:cNvSpPr/>
            <p:nvPr/>
          </p:nvSpPr>
          <p:spPr>
            <a:xfrm>
              <a:off x="1107359" y="4489459"/>
              <a:ext cx="11039" cy="100740"/>
            </a:xfrm>
            <a:custGeom>
              <a:rect b="b" l="l" r="r" t="t"/>
              <a:pathLst>
                <a:path extrusionOk="0" h="1524" w="167">
                  <a:moveTo>
                    <a:pt x="87" y="1"/>
                  </a:moveTo>
                  <a:cubicBezTo>
                    <a:pt x="34" y="1"/>
                    <a:pt x="0" y="28"/>
                    <a:pt x="0" y="81"/>
                  </a:cubicBezTo>
                  <a:lnTo>
                    <a:pt x="0" y="1443"/>
                  </a:lnTo>
                  <a:cubicBezTo>
                    <a:pt x="0" y="1496"/>
                    <a:pt x="34" y="1523"/>
                    <a:pt x="87" y="1523"/>
                  </a:cubicBezTo>
                  <a:cubicBezTo>
                    <a:pt x="140" y="1523"/>
                    <a:pt x="167" y="1496"/>
                    <a:pt x="167" y="1443"/>
                  </a:cubicBezTo>
                  <a:lnTo>
                    <a:pt x="167" y="81"/>
                  </a:lnTo>
                  <a:cubicBezTo>
                    <a:pt x="167" y="28"/>
                    <a:pt x="140" y="1"/>
                    <a:pt x="8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52"/>
            <p:cNvSpPr/>
            <p:nvPr/>
          </p:nvSpPr>
          <p:spPr>
            <a:xfrm>
              <a:off x="192166" y="4284342"/>
              <a:ext cx="371760" cy="305856"/>
            </a:xfrm>
            <a:custGeom>
              <a:rect b="b" l="l" r="r" t="t"/>
              <a:pathLst>
                <a:path extrusionOk="0" h="4627" w="5624">
                  <a:moveTo>
                    <a:pt x="1" y="0"/>
                  </a:moveTo>
                  <a:lnTo>
                    <a:pt x="1" y="4626"/>
                  </a:lnTo>
                  <a:lnTo>
                    <a:pt x="5624" y="4626"/>
                  </a:lnTo>
                  <a:lnTo>
                    <a:pt x="56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52"/>
            <p:cNvSpPr/>
            <p:nvPr/>
          </p:nvSpPr>
          <p:spPr>
            <a:xfrm>
              <a:off x="212394" y="4304503"/>
              <a:ext cx="331306" cy="122686"/>
            </a:xfrm>
            <a:custGeom>
              <a:rect b="b" l="l" r="r" t="t"/>
              <a:pathLst>
                <a:path extrusionOk="0" h="1856" w="5012">
                  <a:moveTo>
                    <a:pt x="0" y="1"/>
                  </a:moveTo>
                  <a:lnTo>
                    <a:pt x="0" y="1855"/>
                  </a:lnTo>
                  <a:lnTo>
                    <a:pt x="5012" y="1855"/>
                  </a:lnTo>
                  <a:lnTo>
                    <a:pt x="501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52"/>
            <p:cNvSpPr/>
            <p:nvPr/>
          </p:nvSpPr>
          <p:spPr>
            <a:xfrm>
              <a:off x="212394" y="4447285"/>
              <a:ext cx="331306" cy="122686"/>
            </a:xfrm>
            <a:custGeom>
              <a:rect b="b" l="l" r="r" t="t"/>
              <a:pathLst>
                <a:path extrusionOk="0" h="1856" w="5012">
                  <a:moveTo>
                    <a:pt x="0" y="1"/>
                  </a:moveTo>
                  <a:lnTo>
                    <a:pt x="0" y="1855"/>
                  </a:lnTo>
                  <a:lnTo>
                    <a:pt x="5012" y="1855"/>
                  </a:lnTo>
                  <a:lnTo>
                    <a:pt x="501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52"/>
            <p:cNvSpPr/>
            <p:nvPr/>
          </p:nvSpPr>
          <p:spPr>
            <a:xfrm>
              <a:off x="1576160" y="4284342"/>
              <a:ext cx="371760" cy="305856"/>
            </a:xfrm>
            <a:custGeom>
              <a:rect b="b" l="l" r="r" t="t"/>
              <a:pathLst>
                <a:path extrusionOk="0" h="4627" w="5624">
                  <a:moveTo>
                    <a:pt x="0" y="0"/>
                  </a:moveTo>
                  <a:lnTo>
                    <a:pt x="0" y="4626"/>
                  </a:lnTo>
                  <a:lnTo>
                    <a:pt x="5623" y="4626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52"/>
            <p:cNvSpPr/>
            <p:nvPr/>
          </p:nvSpPr>
          <p:spPr>
            <a:xfrm>
              <a:off x="1596322" y="4304503"/>
              <a:ext cx="329587" cy="122686"/>
            </a:xfrm>
            <a:custGeom>
              <a:rect b="b" l="l" r="r" t="t"/>
              <a:pathLst>
                <a:path extrusionOk="0" h="1856" w="4986">
                  <a:moveTo>
                    <a:pt x="1" y="1"/>
                  </a:moveTo>
                  <a:lnTo>
                    <a:pt x="1" y="1855"/>
                  </a:lnTo>
                  <a:lnTo>
                    <a:pt x="4986" y="1855"/>
                  </a:lnTo>
                  <a:lnTo>
                    <a:pt x="4986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52"/>
            <p:cNvSpPr/>
            <p:nvPr/>
          </p:nvSpPr>
          <p:spPr>
            <a:xfrm>
              <a:off x="1596322" y="4447285"/>
              <a:ext cx="329587" cy="122686"/>
            </a:xfrm>
            <a:custGeom>
              <a:rect b="b" l="l" r="r" t="t"/>
              <a:pathLst>
                <a:path extrusionOk="0" h="1856" w="4986">
                  <a:moveTo>
                    <a:pt x="1" y="1"/>
                  </a:moveTo>
                  <a:lnTo>
                    <a:pt x="1" y="1855"/>
                  </a:lnTo>
                  <a:lnTo>
                    <a:pt x="4986" y="1855"/>
                  </a:lnTo>
                  <a:lnTo>
                    <a:pt x="4986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5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slide</a:t>
            </a:r>
            <a:endParaRPr/>
          </a:p>
        </p:txBody>
      </p:sp>
      <p:sp>
        <p:nvSpPr>
          <p:cNvPr id="2619" name="Google Shape;2619;p53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p54"/>
          <p:cNvSpPr txBox="1"/>
          <p:nvPr>
            <p:ph type="title"/>
          </p:nvPr>
        </p:nvSpPr>
        <p:spPr>
          <a:xfrm>
            <a:off x="0" y="421550"/>
            <a:ext cx="9068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to be answered in future research</a:t>
            </a:r>
            <a:endParaRPr/>
          </a:p>
        </p:txBody>
      </p:sp>
      <p:sp>
        <p:nvSpPr>
          <p:cNvPr id="2625" name="Google Shape;2625;p5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Take feedback from early users and find out if customer is satisfied with the product.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Know about </a:t>
            </a:r>
            <a:r>
              <a:rPr lang="en"/>
              <a:t>market penetration alternatives licensing or new brand or combined?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How can we help customers “feel” the product?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5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631" name="Google Shape;2631;p55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https://docs.google.com/spreadsheets/d/1wOCyCoLWcqsVFqRG5NNDBkGsRbBYWdCCPIXRHoly69A/edit?usp=sharing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56"/>
          <p:cNvSpPr txBox="1"/>
          <p:nvPr>
            <p:ph idx="1" type="subTitle"/>
          </p:nvPr>
        </p:nvSpPr>
        <p:spPr>
          <a:xfrm>
            <a:off x="3891600" y="2538344"/>
            <a:ext cx="3852000" cy="10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56"/>
          <p:cNvSpPr txBox="1"/>
          <p:nvPr>
            <p:ph type="ctrTitle"/>
          </p:nvPr>
        </p:nvSpPr>
        <p:spPr>
          <a:xfrm flipH="1">
            <a:off x="3891875" y="1696939"/>
            <a:ext cx="3852000" cy="9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638" name="Google Shape;2638;p56"/>
          <p:cNvGrpSpPr/>
          <p:nvPr/>
        </p:nvGrpSpPr>
        <p:grpSpPr>
          <a:xfrm>
            <a:off x="713094" y="539996"/>
            <a:ext cx="1146819" cy="548812"/>
            <a:chOff x="126925" y="511427"/>
            <a:chExt cx="697154" cy="333625"/>
          </a:xfrm>
        </p:grpSpPr>
        <p:sp>
          <p:nvSpPr>
            <p:cNvPr id="2639" name="Google Shape;2639;p5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5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5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5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5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5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5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5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5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5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5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5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5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5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5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5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5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5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5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5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5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5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5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5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5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5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5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5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5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5" name="Google Shape;2675;p56"/>
          <p:cNvGrpSpPr/>
          <p:nvPr/>
        </p:nvGrpSpPr>
        <p:grpSpPr>
          <a:xfrm>
            <a:off x="990622" y="1499456"/>
            <a:ext cx="287314" cy="379145"/>
            <a:chOff x="3216099" y="239444"/>
            <a:chExt cx="173751" cy="229285"/>
          </a:xfrm>
        </p:grpSpPr>
        <p:sp>
          <p:nvSpPr>
            <p:cNvPr id="2676" name="Google Shape;2676;p56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6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8" name="Google Shape;2678;p56"/>
          <p:cNvGrpSpPr/>
          <p:nvPr/>
        </p:nvGrpSpPr>
        <p:grpSpPr>
          <a:xfrm>
            <a:off x="2279875" y="3988188"/>
            <a:ext cx="271652" cy="377428"/>
            <a:chOff x="6473622" y="258634"/>
            <a:chExt cx="164279" cy="228246"/>
          </a:xfrm>
        </p:grpSpPr>
        <p:sp>
          <p:nvSpPr>
            <p:cNvPr id="2679" name="Google Shape;2679;p56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56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1" name="Google Shape;2681;p56"/>
          <p:cNvGrpSpPr/>
          <p:nvPr/>
        </p:nvGrpSpPr>
        <p:grpSpPr>
          <a:xfrm>
            <a:off x="2842057" y="953176"/>
            <a:ext cx="407031" cy="431553"/>
            <a:chOff x="5639106" y="643680"/>
            <a:chExt cx="246148" cy="260978"/>
          </a:xfrm>
        </p:grpSpPr>
        <p:sp>
          <p:nvSpPr>
            <p:cNvPr id="2682" name="Google Shape;2682;p56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6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4" name="Google Shape;2684;p56"/>
          <p:cNvSpPr/>
          <p:nvPr/>
        </p:nvSpPr>
        <p:spPr>
          <a:xfrm>
            <a:off x="3517784" y="37234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2013663" y="1551553"/>
            <a:ext cx="1294327" cy="1629292"/>
            <a:chOff x="5966038" y="786328"/>
            <a:chExt cx="1294327" cy="1629292"/>
          </a:xfrm>
        </p:grpSpPr>
        <p:sp>
          <p:nvSpPr>
            <p:cNvPr id="2686" name="Google Shape;2686;p56"/>
            <p:cNvSpPr/>
            <p:nvPr/>
          </p:nvSpPr>
          <p:spPr>
            <a:xfrm>
              <a:off x="5966038" y="786328"/>
              <a:ext cx="1294327" cy="1629292"/>
            </a:xfrm>
            <a:custGeom>
              <a:rect b="b" l="l" r="r" t="t"/>
              <a:pathLst>
                <a:path extrusionOk="0" h="8532" w="6778">
                  <a:moveTo>
                    <a:pt x="1773" y="1"/>
                  </a:moveTo>
                  <a:cubicBezTo>
                    <a:pt x="1554" y="1"/>
                    <a:pt x="1348" y="68"/>
                    <a:pt x="1175" y="207"/>
                  </a:cubicBezTo>
                  <a:cubicBezTo>
                    <a:pt x="848" y="475"/>
                    <a:pt x="679" y="827"/>
                    <a:pt x="352" y="1694"/>
                  </a:cubicBezTo>
                  <a:cubicBezTo>
                    <a:pt x="0" y="2542"/>
                    <a:pt x="372" y="3325"/>
                    <a:pt x="580" y="3801"/>
                  </a:cubicBezTo>
                  <a:cubicBezTo>
                    <a:pt x="764" y="4257"/>
                    <a:pt x="744" y="4877"/>
                    <a:pt x="724" y="5452"/>
                  </a:cubicBezTo>
                  <a:cubicBezTo>
                    <a:pt x="704" y="6032"/>
                    <a:pt x="1051" y="8491"/>
                    <a:pt x="2043" y="8531"/>
                  </a:cubicBezTo>
                  <a:cubicBezTo>
                    <a:pt x="2051" y="8531"/>
                    <a:pt x="2060" y="8531"/>
                    <a:pt x="2068" y="8531"/>
                  </a:cubicBezTo>
                  <a:cubicBezTo>
                    <a:pt x="3010" y="8531"/>
                    <a:pt x="2748" y="6066"/>
                    <a:pt x="2890" y="5412"/>
                  </a:cubicBezTo>
                  <a:cubicBezTo>
                    <a:pt x="2945" y="5152"/>
                    <a:pt x="3117" y="4934"/>
                    <a:pt x="3395" y="4934"/>
                  </a:cubicBezTo>
                  <a:cubicBezTo>
                    <a:pt x="3445" y="4934"/>
                    <a:pt x="3498" y="4941"/>
                    <a:pt x="3555" y="4956"/>
                  </a:cubicBezTo>
                  <a:cubicBezTo>
                    <a:pt x="3614" y="4956"/>
                    <a:pt x="3654" y="5001"/>
                    <a:pt x="3698" y="5041"/>
                  </a:cubicBezTo>
                  <a:cubicBezTo>
                    <a:pt x="3822" y="5125"/>
                    <a:pt x="3882" y="5289"/>
                    <a:pt x="3902" y="5412"/>
                  </a:cubicBezTo>
                  <a:cubicBezTo>
                    <a:pt x="4049" y="6066"/>
                    <a:pt x="3763" y="8531"/>
                    <a:pt x="4724" y="8531"/>
                  </a:cubicBezTo>
                  <a:cubicBezTo>
                    <a:pt x="4732" y="8531"/>
                    <a:pt x="4741" y="8531"/>
                    <a:pt x="4750" y="8531"/>
                  </a:cubicBezTo>
                  <a:cubicBezTo>
                    <a:pt x="5721" y="8491"/>
                    <a:pt x="6073" y="6032"/>
                    <a:pt x="6053" y="5452"/>
                  </a:cubicBezTo>
                  <a:cubicBezTo>
                    <a:pt x="6053" y="4877"/>
                    <a:pt x="6034" y="4257"/>
                    <a:pt x="6217" y="3801"/>
                  </a:cubicBezTo>
                  <a:cubicBezTo>
                    <a:pt x="6405" y="3325"/>
                    <a:pt x="6777" y="2542"/>
                    <a:pt x="6445" y="1694"/>
                  </a:cubicBezTo>
                  <a:cubicBezTo>
                    <a:pt x="6113" y="827"/>
                    <a:pt x="5949" y="475"/>
                    <a:pt x="5617" y="207"/>
                  </a:cubicBezTo>
                  <a:cubicBezTo>
                    <a:pt x="5447" y="68"/>
                    <a:pt x="5242" y="1"/>
                    <a:pt x="5020" y="1"/>
                  </a:cubicBezTo>
                  <a:cubicBezTo>
                    <a:pt x="4816" y="1"/>
                    <a:pt x="4597" y="58"/>
                    <a:pt x="4378" y="167"/>
                  </a:cubicBezTo>
                  <a:cubicBezTo>
                    <a:pt x="4110" y="311"/>
                    <a:pt x="3754" y="383"/>
                    <a:pt x="3395" y="383"/>
                  </a:cubicBezTo>
                  <a:cubicBezTo>
                    <a:pt x="3037" y="383"/>
                    <a:pt x="2675" y="311"/>
                    <a:pt x="2395" y="167"/>
                  </a:cubicBezTo>
                  <a:cubicBezTo>
                    <a:pt x="2188" y="58"/>
                    <a:pt x="1975" y="1"/>
                    <a:pt x="17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6053114" y="938713"/>
              <a:ext cx="386312" cy="474351"/>
            </a:xfrm>
            <a:custGeom>
              <a:rect b="b" l="l" r="r" t="t"/>
              <a:pathLst>
                <a:path extrusionOk="0" h="2484" w="2023">
                  <a:moveTo>
                    <a:pt x="864" y="1"/>
                  </a:moveTo>
                  <a:cubicBezTo>
                    <a:pt x="840" y="1"/>
                    <a:pt x="820" y="4"/>
                    <a:pt x="803" y="9"/>
                  </a:cubicBezTo>
                  <a:cubicBezTo>
                    <a:pt x="679" y="48"/>
                    <a:pt x="496" y="257"/>
                    <a:pt x="248" y="1040"/>
                  </a:cubicBezTo>
                  <a:cubicBezTo>
                    <a:pt x="0" y="1848"/>
                    <a:pt x="79" y="2136"/>
                    <a:pt x="79" y="2136"/>
                  </a:cubicBezTo>
                  <a:cubicBezTo>
                    <a:pt x="119" y="2353"/>
                    <a:pt x="182" y="2484"/>
                    <a:pt x="341" y="2484"/>
                  </a:cubicBezTo>
                  <a:cubicBezTo>
                    <a:pt x="439" y="2484"/>
                    <a:pt x="574" y="2434"/>
                    <a:pt x="764" y="2324"/>
                  </a:cubicBezTo>
                  <a:cubicBezTo>
                    <a:pt x="1259" y="2051"/>
                    <a:pt x="2023" y="857"/>
                    <a:pt x="1651" y="465"/>
                  </a:cubicBezTo>
                  <a:cubicBezTo>
                    <a:pt x="1329" y="121"/>
                    <a:pt x="1021" y="1"/>
                    <a:pt x="86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5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FINANCIALS + POSITIONING (Due in final presentation)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57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Identify specific product positioning (application + segment)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 revenue model (3-year pro forma) for market launch, w/ inputs + assumptions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Address risks / challenges, especially regarding market demand and timing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Deadline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Tuesday of Week 14, 12 noon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7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5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600"/>
              <a:t>GO-TO-MARKET STRATEGY + LAUNCH (Due in final presentation)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600"/>
          </a:p>
        </p:txBody>
      </p:sp>
      <p:sp>
        <p:nvSpPr>
          <p:cNvPr id="2699" name="Google Shape;2699;p58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 (final) customer-specific findings + segment strategy / product positioning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market (TAM/SAM/SOM) + competitive analysis (re current </a:t>
            </a: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gold standard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Outline go-to-market strategy + risks / challenges (including possible no-go decision)**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 customer interview data + secondary sources (in supporting docs, no write-up)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Complete self + team evaluations, comments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Deadline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Tuesday of Week 15 (4/25), 12 noon (presentations + Q&amp;A during finals week) *Use model from Week 5 PPT (below)</a:t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**Use model from Week 6 PPT (below)</a:t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Week 5 Model (“Eager Sellers &amp; Stony Buyers”)</a:t>
            </a:r>
            <a:endParaRPr i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5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Line of questions to work 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5" name="Google Shape;2705;p59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did you interview (numbers, roles)?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are some preliminary findings?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are surprises, changes you discovered?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has that impacted your perspective on the tech + commercialization opportunity?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do you still need to find out?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nefits of Orthodontics Conference by Slidesgo">
  <a:themeElements>
    <a:clrScheme name="Simple Light">
      <a:dk1>
        <a:srgbClr val="001C44"/>
      </a:dk1>
      <a:lt1>
        <a:srgbClr val="F8FCFF"/>
      </a:lt1>
      <a:dk2>
        <a:srgbClr val="14376F"/>
      </a:dk2>
      <a:lt2>
        <a:srgbClr val="3291E1"/>
      </a:lt2>
      <a:accent1>
        <a:srgbClr val="87D6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1C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
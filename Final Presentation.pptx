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Nunito"/>
      <p:regular r:id="rId34"/>
      <p:bold r:id="rId35"/>
      <p:italic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  <p:embeddedFont>
      <p:font typeface="Poppins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  <p:embeddedFont>
      <p:font typeface="Orbitron"/>
      <p:regular r:id="rId50"/>
      <p:bold r:id="rId51"/>
    </p:embeddedFont>
    <p:embeddedFont>
      <p:font typeface="Itim"/>
      <p:regular r:id="rId52"/>
    </p:embeddedFont>
    <p:embeddedFont>
      <p:font typeface="Exo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11C02C-E59C-403A-AF00-6693DA9822F2}">
  <a:tblStyle styleId="{0011C02C-E59C-403A-AF00-6693DA9822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42" Type="http://schemas.openxmlformats.org/officeDocument/2006/relationships/font" Target="fonts/Poppins-regular.fntdata"/><Relationship Id="rId41" Type="http://schemas.openxmlformats.org/officeDocument/2006/relationships/font" Target="fonts/Montserrat-boldItalic.fntdata"/><Relationship Id="rId44" Type="http://schemas.openxmlformats.org/officeDocument/2006/relationships/font" Target="fonts/Poppins-italic.fntdata"/><Relationship Id="rId43" Type="http://schemas.openxmlformats.org/officeDocument/2006/relationships/font" Target="fonts/Poppins-bold.fntdata"/><Relationship Id="rId46" Type="http://schemas.openxmlformats.org/officeDocument/2006/relationships/font" Target="fonts/Lato-regular.fntdata"/><Relationship Id="rId45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33" Type="http://schemas.openxmlformats.org/officeDocument/2006/relationships/font" Target="fonts/Roboto-boldItalic.fntdata"/><Relationship Id="rId32" Type="http://schemas.openxmlformats.org/officeDocument/2006/relationships/font" Target="fonts/Roboto-italic.fntdata"/><Relationship Id="rId35" Type="http://schemas.openxmlformats.org/officeDocument/2006/relationships/font" Target="fonts/Nunito-bold.fntdata"/><Relationship Id="rId34" Type="http://schemas.openxmlformats.org/officeDocument/2006/relationships/font" Target="fonts/Nunito-regular.fntdata"/><Relationship Id="rId37" Type="http://schemas.openxmlformats.org/officeDocument/2006/relationships/font" Target="fonts/Nunito-boldItalic.fntdata"/><Relationship Id="rId36" Type="http://schemas.openxmlformats.org/officeDocument/2006/relationships/font" Target="fonts/Nunito-italic.fntdata"/><Relationship Id="rId39" Type="http://schemas.openxmlformats.org/officeDocument/2006/relationships/font" Target="fonts/Montserrat-bold.fntdata"/><Relationship Id="rId38" Type="http://schemas.openxmlformats.org/officeDocument/2006/relationships/font" Target="fonts/Montserrat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rbitron-bold.fntdata"/><Relationship Id="rId50" Type="http://schemas.openxmlformats.org/officeDocument/2006/relationships/font" Target="fonts/Orbitron-regular.fntdata"/><Relationship Id="rId53" Type="http://schemas.openxmlformats.org/officeDocument/2006/relationships/font" Target="fonts/Exo-regular.fntdata"/><Relationship Id="rId52" Type="http://schemas.openxmlformats.org/officeDocument/2006/relationships/font" Target="fonts/Itim-regular.fntdata"/><Relationship Id="rId11" Type="http://schemas.openxmlformats.org/officeDocument/2006/relationships/slide" Target="slides/slide5.xml"/><Relationship Id="rId55" Type="http://schemas.openxmlformats.org/officeDocument/2006/relationships/font" Target="fonts/Exo-italic.fntdata"/><Relationship Id="rId10" Type="http://schemas.openxmlformats.org/officeDocument/2006/relationships/slide" Target="slides/slide4.xml"/><Relationship Id="rId54" Type="http://schemas.openxmlformats.org/officeDocument/2006/relationships/font" Target="fonts/Ex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Ex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g22c30c3907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0" name="Google Shape;2380;g22c30c3907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and summary slide,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slide with 4 to 5 points, describe the product aspects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4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22c30c3907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22c30c3907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Alex! Just a quick refresher on what’s the prob we’re dealing - biofilm. How we aim to fight it - nanotechnology. How does it work? And discuss 3 application areas briefly and what we recommend. Pranav Kulkarni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7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g22c30c3907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9" name="Google Shape;2429;g22c30c3907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Mihir,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Nanoparticles</a:t>
            </a:r>
            <a:r>
              <a:rPr lang="en"/>
              <a:t> have </a:t>
            </a:r>
            <a:r>
              <a:rPr lang="en"/>
              <a:t>wonderful</a:t>
            </a:r>
            <a:r>
              <a:rPr lang="en"/>
              <a:t> application and they are great. But </a:t>
            </a:r>
            <a:r>
              <a:rPr lang="en"/>
              <a:t>let's</a:t>
            </a:r>
            <a:r>
              <a:rPr lang="en"/>
              <a:t> see, whos gonna use them.</a:t>
            </a:r>
            <a:br>
              <a:rPr lang="en"/>
            </a:br>
            <a:r>
              <a:rPr lang="en"/>
              <a:t>We realised, people working in industry, </a:t>
            </a:r>
            <a:r>
              <a:rPr lang="en"/>
              <a:t>probably</a:t>
            </a:r>
            <a:r>
              <a:rPr lang="en"/>
              <a:t> after their late 20’s take the oral hygiene more seriously.</a:t>
            </a:r>
            <a:br>
              <a:rPr lang="en"/>
            </a:br>
            <a:r>
              <a:rPr lang="en"/>
              <a:t>This customer segment is educated, they have money to spend.  </a:t>
            </a:r>
            <a:br>
              <a:rPr lang="en"/>
            </a:br>
            <a:br>
              <a:rPr lang="en"/>
            </a:br>
            <a:r>
              <a:rPr lang="en"/>
              <a:t>Lets have a look at the mental model, of our main customer makes decision based on 3 things </a:t>
            </a:r>
            <a:br>
              <a:rPr lang="en"/>
            </a:br>
            <a:r>
              <a:rPr lang="en"/>
              <a:t>- this segment need a proof that this product works or a </a:t>
            </a:r>
            <a:r>
              <a:rPr lang="en"/>
              <a:t>recommendation</a:t>
            </a:r>
            <a:r>
              <a:rPr lang="en"/>
              <a:t> from a doctor or hygienist </a:t>
            </a:r>
            <a:br>
              <a:rPr lang="en"/>
            </a:br>
            <a:r>
              <a:rPr lang="en"/>
              <a:t>- They want to see visible result, without </a:t>
            </a:r>
            <a:r>
              <a:rPr lang="en"/>
              <a:t>hassles like</a:t>
            </a:r>
            <a:r>
              <a:rPr lang="en"/>
              <a:t> any surgeries. So they can spend more time than </a:t>
            </a:r>
            <a:r>
              <a:rPr lang="en"/>
              <a:t>average</a:t>
            </a:r>
            <a:r>
              <a:rPr lang="en"/>
              <a:t> but not as high as movie star. </a:t>
            </a:r>
            <a:br>
              <a:rPr lang="en"/>
            </a:br>
            <a:r>
              <a:rPr lang="en"/>
              <a:t>- and fear is a big motivation for them. Fear of tooth decay or aging. </a:t>
            </a:r>
            <a:br>
              <a:rPr lang="en"/>
            </a:br>
            <a:br>
              <a:rPr lang="en"/>
            </a:br>
            <a:r>
              <a:rPr lang="en"/>
              <a:t>To summarize: </a:t>
            </a:r>
            <a:r>
              <a:rPr lang="en"/>
              <a:t>Current</a:t>
            </a:r>
            <a:r>
              <a:rPr lang="en"/>
              <a:t> water flosser users could be a great match for our main customer segment. </a:t>
            </a:r>
            <a:br>
              <a:rPr lang="en"/>
            </a:br>
            <a:br>
              <a:rPr lang="en"/>
            </a:br>
            <a:r>
              <a:rPr lang="en"/>
              <a:t>Let me pass the deck to Mani to </a:t>
            </a:r>
            <a:r>
              <a:rPr lang="en"/>
              <a:t>discuss</a:t>
            </a:r>
            <a:r>
              <a:rPr lang="en"/>
              <a:t> about patient journey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g22c30c3907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6" name="Google Shape;2456;g22c30c3907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3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g209c7374cb0_0_34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5" name="Google Shape;2465;g209c7374cb0_0_34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g238bbd1f5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9" name="Google Shape;2499;g238bbd1f5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9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Google Shape;2510;g21d2cd96d0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1" name="Google Shape;2511;g21d2cd96d0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Alex. Now after our hypothesis testing we come to the segment strategy part. We are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g21d2cd96d0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7" name="Google Shape;2527;g21d2cd96d0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1" name="Shape 2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2" name="Google Shape;2542;g21d2cd96d0b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3" name="Google Shape;2543;g21d2cd96d0b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Gartner chart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g23978606937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3" name="Google Shape;2573;g23978606937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Alex, </a:t>
            </a:r>
            <a:br>
              <a:rPr lang="en"/>
            </a:br>
            <a:r>
              <a:rPr lang="en"/>
              <a:t>We have seen where does our product stand in the market,</a:t>
            </a:r>
            <a:br>
              <a:rPr lang="en"/>
            </a:br>
            <a:r>
              <a:rPr lang="en"/>
              <a:t>Now lets see how we plan to enter the market. </a:t>
            </a:r>
            <a:br>
              <a:rPr lang="en"/>
            </a:br>
            <a:br>
              <a:rPr lang="en"/>
            </a:br>
            <a:r>
              <a:rPr lang="en"/>
              <a:t>Go to market </a:t>
            </a:r>
            <a:r>
              <a:rPr lang="en"/>
              <a:t>strategy</a:t>
            </a:r>
            <a:r>
              <a:rPr lang="en"/>
              <a:t> has 4 fronts. We imagine 5 to 6 years time axis to realize this process. </a:t>
            </a:r>
            <a:br>
              <a:rPr lang="en"/>
            </a:br>
            <a:br>
              <a:rPr lang="en"/>
            </a:br>
            <a:r>
              <a:rPr lang="en"/>
              <a:t>At first, we </a:t>
            </a:r>
            <a:r>
              <a:rPr lang="en"/>
              <a:t>recommend</a:t>
            </a:r>
            <a:r>
              <a:rPr lang="en"/>
              <a:t> to form strategic partnerships in the dental ecosystem. </a:t>
            </a:r>
            <a:br>
              <a:rPr lang="en"/>
            </a:br>
            <a:r>
              <a:rPr lang="en"/>
              <a:t>A close partnership with Waterpik - the most dominant water jet floss. </a:t>
            </a:r>
            <a:br>
              <a:rPr lang="en"/>
            </a:br>
            <a:r>
              <a:rPr lang="en"/>
              <a:t>Since their customer base is almost exactly our customer base, we save a lot of money in marketing or acquiring the customers.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Also, we start partnering with dentist, or the KOL’s to try our products and or offer to </a:t>
            </a:r>
            <a:r>
              <a:rPr lang="en"/>
              <a:t>their</a:t>
            </a:r>
            <a:r>
              <a:rPr lang="en"/>
              <a:t> patients. </a:t>
            </a:r>
            <a:br>
              <a:rPr lang="en"/>
            </a:br>
            <a:br>
              <a:rPr lang="en"/>
            </a:br>
            <a:r>
              <a:rPr lang="en"/>
              <a:t>Second front is creating the loyal customer base and dominating the </a:t>
            </a:r>
            <a:r>
              <a:rPr lang="en"/>
              <a:t>niche.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recommend to go slow steady in next couple of years. This is just 7 dollar concentrate but the lifetime is very high.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one person becomes a user, he is a lifetime customer. probably his family would also become user and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people use it, let them experience the results, and company can monitor customer success, unit economics. </a:t>
            </a:r>
            <a:br>
              <a:rPr lang="en"/>
            </a:br>
            <a:r>
              <a:rPr lang="en"/>
              <a:t>We want to create the brand image the product to be something is more on the medicine side, than something that like chewing gum available over the counter. </a:t>
            </a:r>
            <a:br>
              <a:rPr lang="en"/>
            </a:br>
            <a:br>
              <a:rPr lang="en"/>
            </a:br>
            <a:r>
              <a:rPr lang="en"/>
              <a:t>After acquiring early adopters, and patiently converting them into loyal customers, we recommend to expansion phase.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Introducing 2 new products and going to super markets and increasing availability. Before this expansion, supply chain needs to be established well.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this is how we can target early adopters and early majority.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from clinics &amp; waterpiks to supermarkets is the chasm in this case.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I will pass on to Mandi to discuss the revenue model.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Google Shape;2612;g23b2db947e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3" name="Google Shape;2613;g23b2db947e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g22c30c39072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2" name="Google Shape;2622;g22c30c39072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g238f34721d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4" name="Google Shape;2634;g238f34721d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0" name="Shape 2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1" name="Google Shape;2651;g238ebcf54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2" name="Google Shape;2652;g238ebcf54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g21d2cd96d0b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9" name="Google Shape;2659;g21d2cd96d0b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 in the manufacturing of the solution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g238ebcf540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7" name="Google Shape;2667;g238ebcf540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3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Google Shape;2674;g238f34721d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5" name="Google Shape;2675;g238f34721d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g21d6a09b270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8" name="Google Shape;2688;g21d6a09b270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 in the manufacturing of the solution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5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g238f34721d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7" name="Google Shape;2697;g238f34721d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7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Google Shape;2708;g21d2cd96d0b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9" name="Google Shape;2709;g21d2cd96d0b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Pranav Kulkarni: Do we partner or not? Special dentists first. Where does it makes the most sense to enter which does not burn a lot of money (A little easier and little bit less expensive).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3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g23978606937_1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5" name="Google Shape;2725;g23978606937_1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g2397860693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3" name="Google Shape;2733;g2397860693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3" name="Shape 2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744;g23799f4823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5" name="Google Shape;2745;g23799f4823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652694" y="176933"/>
            <a:ext cx="1146819" cy="548812"/>
            <a:chOff x="126925" y="511427"/>
            <a:chExt cx="697154" cy="333625"/>
          </a:xfrm>
        </p:grpSpPr>
        <p:sp>
          <p:nvSpPr>
            <p:cNvPr id="11" name="Google Shape;11;p2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713094" y="4328971"/>
            <a:ext cx="1146819" cy="548812"/>
            <a:chOff x="126925" y="511427"/>
            <a:chExt cx="697154" cy="333625"/>
          </a:xfrm>
        </p:grpSpPr>
        <p:sp>
          <p:nvSpPr>
            <p:cNvPr id="48" name="Google Shape;48;p2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" name="Google Shape;84;p2"/>
          <p:cNvGrpSpPr/>
          <p:nvPr/>
        </p:nvGrpSpPr>
        <p:grpSpPr>
          <a:xfrm>
            <a:off x="-866425" y="-915050"/>
            <a:ext cx="1999366" cy="1996853"/>
            <a:chOff x="1261508" y="230234"/>
            <a:chExt cx="842548" cy="841489"/>
          </a:xfrm>
        </p:grpSpPr>
        <p:sp>
          <p:nvSpPr>
            <p:cNvPr id="85" name="Google Shape;85;p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" name="Google Shape;90;p2"/>
          <p:cNvGrpSpPr/>
          <p:nvPr/>
        </p:nvGrpSpPr>
        <p:grpSpPr>
          <a:xfrm>
            <a:off x="8157900" y="3034150"/>
            <a:ext cx="1999366" cy="1996853"/>
            <a:chOff x="1261508" y="230234"/>
            <a:chExt cx="842548" cy="841489"/>
          </a:xfrm>
        </p:grpSpPr>
        <p:sp>
          <p:nvSpPr>
            <p:cNvPr id="91" name="Google Shape;91;p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2"/>
          <p:cNvSpPr txBox="1"/>
          <p:nvPr>
            <p:ph type="ctrTitle"/>
          </p:nvPr>
        </p:nvSpPr>
        <p:spPr>
          <a:xfrm>
            <a:off x="1622013" y="1250188"/>
            <a:ext cx="4467000" cy="2243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7" name="Google Shape;97;p2"/>
          <p:cNvSpPr txBox="1"/>
          <p:nvPr>
            <p:ph idx="1" type="subTitle"/>
          </p:nvPr>
        </p:nvSpPr>
        <p:spPr>
          <a:xfrm>
            <a:off x="1622013" y="3493410"/>
            <a:ext cx="44670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2"/>
          <p:cNvSpPr/>
          <p:nvPr/>
        </p:nvSpPr>
        <p:spPr>
          <a:xfrm>
            <a:off x="449576" y="1432127"/>
            <a:ext cx="95270" cy="141359"/>
          </a:xfrm>
          <a:custGeom>
            <a:rect b="b" l="l" r="r" t="t"/>
            <a:pathLst>
              <a:path extrusionOk="0" h="2058" w="1387">
                <a:moveTo>
                  <a:pt x="697" y="1"/>
                </a:moveTo>
                <a:cubicBezTo>
                  <a:pt x="642" y="851"/>
                  <a:pt x="592" y="925"/>
                  <a:pt x="1" y="1029"/>
                </a:cubicBezTo>
                <a:cubicBezTo>
                  <a:pt x="592" y="1134"/>
                  <a:pt x="642" y="1208"/>
                  <a:pt x="697" y="2058"/>
                </a:cubicBezTo>
                <a:cubicBezTo>
                  <a:pt x="771" y="1208"/>
                  <a:pt x="826" y="1134"/>
                  <a:pt x="1387" y="1029"/>
                </a:cubicBezTo>
                <a:cubicBezTo>
                  <a:pt x="826" y="925"/>
                  <a:pt x="771" y="851"/>
                  <a:pt x="6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076156" y="241978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3"/>
          <p:cNvGrpSpPr/>
          <p:nvPr/>
        </p:nvGrpSpPr>
        <p:grpSpPr>
          <a:xfrm>
            <a:off x="713094" y="4328971"/>
            <a:ext cx="1146819" cy="548812"/>
            <a:chOff x="126925" y="511427"/>
            <a:chExt cx="697154" cy="333625"/>
          </a:xfrm>
        </p:grpSpPr>
        <p:sp>
          <p:nvSpPr>
            <p:cNvPr id="102" name="Google Shape;102;p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1215722" y="350431"/>
            <a:ext cx="287314" cy="379145"/>
            <a:chOff x="3216099" y="239444"/>
            <a:chExt cx="173751" cy="229285"/>
          </a:xfrm>
        </p:grpSpPr>
        <p:sp>
          <p:nvSpPr>
            <p:cNvPr id="139" name="Google Shape;139;p3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3"/>
          <p:cNvGrpSpPr/>
          <p:nvPr/>
        </p:nvGrpSpPr>
        <p:grpSpPr>
          <a:xfrm>
            <a:off x="2971250" y="-1074850"/>
            <a:ext cx="1999366" cy="1996853"/>
            <a:chOff x="1261508" y="230234"/>
            <a:chExt cx="842548" cy="841489"/>
          </a:xfrm>
        </p:grpSpPr>
        <p:sp>
          <p:nvSpPr>
            <p:cNvPr id="142" name="Google Shape;142;p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7949350" y="3887875"/>
            <a:ext cx="1999366" cy="1996853"/>
            <a:chOff x="1261508" y="230234"/>
            <a:chExt cx="842548" cy="841489"/>
          </a:xfrm>
        </p:grpSpPr>
        <p:sp>
          <p:nvSpPr>
            <p:cNvPr id="148" name="Google Shape;148;p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3"/>
          <p:cNvSpPr txBox="1"/>
          <p:nvPr>
            <p:ph type="title"/>
          </p:nvPr>
        </p:nvSpPr>
        <p:spPr>
          <a:xfrm>
            <a:off x="713100" y="2388038"/>
            <a:ext cx="4213200" cy="7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" name="Google Shape;154;p3"/>
          <p:cNvSpPr txBox="1"/>
          <p:nvPr>
            <p:ph hasCustomPrompt="1" idx="2" type="title"/>
          </p:nvPr>
        </p:nvSpPr>
        <p:spPr>
          <a:xfrm>
            <a:off x="713100" y="1466474"/>
            <a:ext cx="1249500" cy="719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55" name="Google Shape;155;p3"/>
          <p:cNvSpPr txBox="1"/>
          <p:nvPr>
            <p:ph idx="1" type="subTitle"/>
          </p:nvPr>
        </p:nvSpPr>
        <p:spPr>
          <a:xfrm>
            <a:off x="713100" y="3260199"/>
            <a:ext cx="42132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4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ivvic"/>
              <a:buChar char="●"/>
              <a:defRPr>
                <a:latin typeface="Itim"/>
                <a:ea typeface="Itim"/>
                <a:cs typeface="Itim"/>
                <a:sym typeface="Itim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9pPr>
          </a:lstStyle>
          <a:p/>
        </p:txBody>
      </p:sp>
      <p:grpSp>
        <p:nvGrpSpPr>
          <p:cNvPr id="160" name="Google Shape;160;p4"/>
          <p:cNvGrpSpPr/>
          <p:nvPr/>
        </p:nvGrpSpPr>
        <p:grpSpPr>
          <a:xfrm>
            <a:off x="139694" y="128721"/>
            <a:ext cx="1146819" cy="548812"/>
            <a:chOff x="126925" y="511427"/>
            <a:chExt cx="697154" cy="333625"/>
          </a:xfrm>
        </p:grpSpPr>
        <p:sp>
          <p:nvSpPr>
            <p:cNvPr id="161" name="Google Shape;161;p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4"/>
          <p:cNvGrpSpPr/>
          <p:nvPr/>
        </p:nvGrpSpPr>
        <p:grpSpPr>
          <a:xfrm>
            <a:off x="7849225" y="-844375"/>
            <a:ext cx="1999366" cy="1996853"/>
            <a:chOff x="1261508" y="230234"/>
            <a:chExt cx="842548" cy="841489"/>
          </a:xfrm>
        </p:grpSpPr>
        <p:sp>
          <p:nvSpPr>
            <p:cNvPr id="198" name="Google Shape;198;p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" name="Google Shape;203;p4"/>
          <p:cNvGrpSpPr/>
          <p:nvPr/>
        </p:nvGrpSpPr>
        <p:grpSpPr>
          <a:xfrm>
            <a:off x="6623900" y="4069175"/>
            <a:ext cx="1999366" cy="1996853"/>
            <a:chOff x="1261508" y="230234"/>
            <a:chExt cx="842548" cy="841489"/>
          </a:xfrm>
        </p:grpSpPr>
        <p:sp>
          <p:nvSpPr>
            <p:cNvPr id="204" name="Google Shape;204;p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4"/>
          <p:cNvGrpSpPr/>
          <p:nvPr/>
        </p:nvGrpSpPr>
        <p:grpSpPr>
          <a:xfrm>
            <a:off x="6707047" y="62731"/>
            <a:ext cx="287314" cy="379145"/>
            <a:chOff x="3216099" y="239444"/>
            <a:chExt cx="173751" cy="229285"/>
          </a:xfrm>
        </p:grpSpPr>
        <p:sp>
          <p:nvSpPr>
            <p:cNvPr id="210" name="Google Shape;210;p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" name="Google Shape;212;p4"/>
          <p:cNvGrpSpPr/>
          <p:nvPr/>
        </p:nvGrpSpPr>
        <p:grpSpPr>
          <a:xfrm>
            <a:off x="209247" y="4413806"/>
            <a:ext cx="287314" cy="379145"/>
            <a:chOff x="3216099" y="239444"/>
            <a:chExt cx="173751" cy="229285"/>
          </a:xfrm>
        </p:grpSpPr>
        <p:sp>
          <p:nvSpPr>
            <p:cNvPr id="213" name="Google Shape;213;p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4"/>
          <p:cNvGrpSpPr/>
          <p:nvPr/>
        </p:nvGrpSpPr>
        <p:grpSpPr>
          <a:xfrm>
            <a:off x="8659297" y="1462375"/>
            <a:ext cx="255228" cy="341001"/>
            <a:chOff x="3216099" y="262511"/>
            <a:chExt cx="154347" cy="206217"/>
          </a:xfrm>
        </p:grpSpPr>
        <p:sp>
          <p:nvSpPr>
            <p:cNvPr id="216" name="Google Shape;216;p4"/>
            <p:cNvSpPr/>
            <p:nvPr/>
          </p:nvSpPr>
          <p:spPr>
            <a:xfrm>
              <a:off x="3278194" y="262511"/>
              <a:ext cx="92252" cy="109718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4"/>
          <p:cNvSpPr/>
          <p:nvPr/>
        </p:nvSpPr>
        <p:spPr>
          <a:xfrm>
            <a:off x="7117672" y="302648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Itim"/>
                <a:ea typeface="Itim"/>
                <a:cs typeface="Itim"/>
                <a:sym typeface="Itim"/>
              </a:defRPr>
            </a:lvl1pPr>
            <a:lvl2pPr lvl="1">
              <a:buNone/>
              <a:defRPr>
                <a:latin typeface="Itim"/>
                <a:ea typeface="Itim"/>
                <a:cs typeface="Itim"/>
                <a:sym typeface="Itim"/>
              </a:defRPr>
            </a:lvl2pPr>
            <a:lvl3pPr lvl="2">
              <a:buNone/>
              <a:defRPr>
                <a:latin typeface="Itim"/>
                <a:ea typeface="Itim"/>
                <a:cs typeface="Itim"/>
                <a:sym typeface="Itim"/>
              </a:defRPr>
            </a:lvl3pPr>
            <a:lvl4pPr lvl="3">
              <a:buNone/>
              <a:defRPr>
                <a:latin typeface="Itim"/>
                <a:ea typeface="Itim"/>
                <a:cs typeface="Itim"/>
                <a:sym typeface="Itim"/>
              </a:defRPr>
            </a:lvl4pPr>
            <a:lvl5pPr lvl="4">
              <a:buNone/>
              <a:defRPr>
                <a:latin typeface="Itim"/>
                <a:ea typeface="Itim"/>
                <a:cs typeface="Itim"/>
                <a:sym typeface="Itim"/>
              </a:defRPr>
            </a:lvl5pPr>
            <a:lvl6pPr lvl="5">
              <a:buNone/>
              <a:defRPr>
                <a:latin typeface="Itim"/>
                <a:ea typeface="Itim"/>
                <a:cs typeface="Itim"/>
                <a:sym typeface="Itim"/>
              </a:defRPr>
            </a:lvl6pPr>
            <a:lvl7pPr lvl="6">
              <a:buNone/>
              <a:defRPr>
                <a:latin typeface="Itim"/>
                <a:ea typeface="Itim"/>
                <a:cs typeface="Itim"/>
                <a:sym typeface="Itim"/>
              </a:defRPr>
            </a:lvl7pPr>
            <a:lvl8pPr lvl="7">
              <a:buNone/>
              <a:defRPr>
                <a:latin typeface="Itim"/>
                <a:ea typeface="Itim"/>
                <a:cs typeface="Itim"/>
                <a:sym typeface="Itim"/>
              </a:defRPr>
            </a:lvl8pPr>
            <a:lvl9pPr lvl="8">
              <a:buNone/>
              <a:defRPr>
                <a:latin typeface="Itim"/>
                <a:ea typeface="Itim"/>
                <a:cs typeface="Itim"/>
                <a:sym typeface="It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5"/>
          <p:cNvGrpSpPr/>
          <p:nvPr/>
        </p:nvGrpSpPr>
        <p:grpSpPr>
          <a:xfrm rot="5400000">
            <a:off x="139694" y="1446371"/>
            <a:ext cx="1146819" cy="548812"/>
            <a:chOff x="126925" y="511427"/>
            <a:chExt cx="697154" cy="333625"/>
          </a:xfrm>
        </p:grpSpPr>
        <p:sp>
          <p:nvSpPr>
            <p:cNvPr id="222" name="Google Shape;222;p5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" name="Google Shape;258;p5"/>
          <p:cNvGrpSpPr/>
          <p:nvPr/>
        </p:nvGrpSpPr>
        <p:grpSpPr>
          <a:xfrm>
            <a:off x="806172" y="249306"/>
            <a:ext cx="287314" cy="379145"/>
            <a:chOff x="3216099" y="239444"/>
            <a:chExt cx="173751" cy="229285"/>
          </a:xfrm>
        </p:grpSpPr>
        <p:sp>
          <p:nvSpPr>
            <p:cNvPr id="259" name="Google Shape;259;p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" name="Google Shape;261;p5"/>
          <p:cNvGrpSpPr/>
          <p:nvPr/>
        </p:nvGrpSpPr>
        <p:grpSpPr>
          <a:xfrm>
            <a:off x="8144257" y="4556301"/>
            <a:ext cx="407031" cy="431553"/>
            <a:chOff x="5639106" y="643680"/>
            <a:chExt cx="246148" cy="260978"/>
          </a:xfrm>
        </p:grpSpPr>
        <p:sp>
          <p:nvSpPr>
            <p:cNvPr id="262" name="Google Shape;262;p5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" name="Google Shape;264;p5"/>
          <p:cNvSpPr/>
          <p:nvPr/>
        </p:nvSpPr>
        <p:spPr>
          <a:xfrm>
            <a:off x="209547" y="2231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8468956" y="43129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5"/>
          <p:cNvGrpSpPr/>
          <p:nvPr/>
        </p:nvGrpSpPr>
        <p:grpSpPr>
          <a:xfrm>
            <a:off x="7956675" y="722350"/>
            <a:ext cx="1999366" cy="1996853"/>
            <a:chOff x="1261508" y="230234"/>
            <a:chExt cx="842548" cy="841489"/>
          </a:xfrm>
        </p:grpSpPr>
        <p:sp>
          <p:nvSpPr>
            <p:cNvPr id="267" name="Google Shape;267;p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5"/>
          <p:cNvGrpSpPr/>
          <p:nvPr/>
        </p:nvGrpSpPr>
        <p:grpSpPr>
          <a:xfrm>
            <a:off x="-716375" y="3982725"/>
            <a:ext cx="1999366" cy="1996853"/>
            <a:chOff x="1261508" y="230234"/>
            <a:chExt cx="842548" cy="841489"/>
          </a:xfrm>
        </p:grpSpPr>
        <p:sp>
          <p:nvSpPr>
            <p:cNvPr id="273" name="Google Shape;273;p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8" name="Google Shape;278;p5"/>
          <p:cNvGrpSpPr/>
          <p:nvPr/>
        </p:nvGrpSpPr>
        <p:grpSpPr>
          <a:xfrm>
            <a:off x="7772907" y="223101"/>
            <a:ext cx="407031" cy="431553"/>
            <a:chOff x="5639106" y="643680"/>
            <a:chExt cx="246148" cy="260978"/>
          </a:xfrm>
        </p:grpSpPr>
        <p:sp>
          <p:nvSpPr>
            <p:cNvPr id="279" name="Google Shape;279;p5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1" name="Google Shape;281;p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" name="Google Shape;282;p5"/>
          <p:cNvSpPr txBox="1"/>
          <p:nvPr>
            <p:ph idx="1" type="subTitle"/>
          </p:nvPr>
        </p:nvSpPr>
        <p:spPr>
          <a:xfrm>
            <a:off x="1692227" y="2976756"/>
            <a:ext cx="25557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3" name="Google Shape;283;p5"/>
          <p:cNvSpPr txBox="1"/>
          <p:nvPr>
            <p:ph idx="2" type="subTitle"/>
          </p:nvPr>
        </p:nvSpPr>
        <p:spPr>
          <a:xfrm>
            <a:off x="4896077" y="2976756"/>
            <a:ext cx="25557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4" name="Google Shape;284;p5"/>
          <p:cNvSpPr txBox="1"/>
          <p:nvPr>
            <p:ph idx="3" type="subTitle"/>
          </p:nvPr>
        </p:nvSpPr>
        <p:spPr>
          <a:xfrm>
            <a:off x="1692225" y="2571760"/>
            <a:ext cx="2555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5"/>
          <p:cNvSpPr txBox="1"/>
          <p:nvPr>
            <p:ph idx="4" type="subTitle"/>
          </p:nvPr>
        </p:nvSpPr>
        <p:spPr>
          <a:xfrm>
            <a:off x="4896075" y="2571760"/>
            <a:ext cx="2555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6"/>
          <p:cNvGrpSpPr/>
          <p:nvPr/>
        </p:nvGrpSpPr>
        <p:grpSpPr>
          <a:xfrm>
            <a:off x="347544" y="265596"/>
            <a:ext cx="1146819" cy="548812"/>
            <a:chOff x="126925" y="511427"/>
            <a:chExt cx="697154" cy="333625"/>
          </a:xfrm>
        </p:grpSpPr>
        <p:sp>
          <p:nvSpPr>
            <p:cNvPr id="289" name="Google Shape;289;p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" name="Google Shape;325;p6"/>
          <p:cNvGrpSpPr/>
          <p:nvPr/>
        </p:nvGrpSpPr>
        <p:grpSpPr>
          <a:xfrm>
            <a:off x="347547" y="1045506"/>
            <a:ext cx="287314" cy="379145"/>
            <a:chOff x="3216099" y="239444"/>
            <a:chExt cx="173751" cy="229285"/>
          </a:xfrm>
        </p:grpSpPr>
        <p:sp>
          <p:nvSpPr>
            <p:cNvPr id="326" name="Google Shape;326;p6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8" name="Google Shape;328;p6"/>
          <p:cNvGrpSpPr/>
          <p:nvPr/>
        </p:nvGrpSpPr>
        <p:grpSpPr>
          <a:xfrm>
            <a:off x="8476107" y="4044101"/>
            <a:ext cx="407031" cy="431553"/>
            <a:chOff x="5639106" y="643680"/>
            <a:chExt cx="246148" cy="260978"/>
          </a:xfrm>
        </p:grpSpPr>
        <p:sp>
          <p:nvSpPr>
            <p:cNvPr id="329" name="Google Shape;329;p6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6"/>
          <p:cNvSpPr/>
          <p:nvPr/>
        </p:nvSpPr>
        <p:spPr>
          <a:xfrm>
            <a:off x="1704322" y="1777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8800806" y="38007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3" name="Google Shape;333;p6"/>
          <p:cNvGrpSpPr/>
          <p:nvPr/>
        </p:nvGrpSpPr>
        <p:grpSpPr>
          <a:xfrm>
            <a:off x="7863625" y="-720425"/>
            <a:ext cx="1999366" cy="1996853"/>
            <a:chOff x="1261508" y="230234"/>
            <a:chExt cx="842548" cy="841489"/>
          </a:xfrm>
        </p:grpSpPr>
        <p:sp>
          <p:nvSpPr>
            <p:cNvPr id="334" name="Google Shape;334;p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9" name="Google Shape;339;p6"/>
          <p:cNvGrpSpPr/>
          <p:nvPr/>
        </p:nvGrpSpPr>
        <p:grpSpPr>
          <a:xfrm>
            <a:off x="-932850" y="3982725"/>
            <a:ext cx="1999366" cy="1996853"/>
            <a:chOff x="1261508" y="230234"/>
            <a:chExt cx="842548" cy="841489"/>
          </a:xfrm>
        </p:grpSpPr>
        <p:sp>
          <p:nvSpPr>
            <p:cNvPr id="340" name="Google Shape;340;p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6" name="Google Shape;346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7"/>
          <p:cNvGrpSpPr/>
          <p:nvPr/>
        </p:nvGrpSpPr>
        <p:grpSpPr>
          <a:xfrm>
            <a:off x="7863625" y="-720425"/>
            <a:ext cx="1999366" cy="1996853"/>
            <a:chOff x="1261508" y="230234"/>
            <a:chExt cx="842548" cy="841489"/>
          </a:xfrm>
        </p:grpSpPr>
        <p:sp>
          <p:nvSpPr>
            <p:cNvPr id="349" name="Google Shape;349;p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" name="Google Shape;354;p7"/>
          <p:cNvGrpSpPr/>
          <p:nvPr/>
        </p:nvGrpSpPr>
        <p:grpSpPr>
          <a:xfrm>
            <a:off x="2572625" y="4152000"/>
            <a:ext cx="1999366" cy="1996853"/>
            <a:chOff x="1261508" y="230234"/>
            <a:chExt cx="842548" cy="841489"/>
          </a:xfrm>
        </p:grpSpPr>
        <p:sp>
          <p:nvSpPr>
            <p:cNvPr id="355" name="Google Shape;355;p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0" name="Google Shape;360;p7"/>
          <p:cNvGrpSpPr/>
          <p:nvPr/>
        </p:nvGrpSpPr>
        <p:grpSpPr>
          <a:xfrm>
            <a:off x="7277194" y="4328971"/>
            <a:ext cx="1146819" cy="548812"/>
            <a:chOff x="126925" y="511427"/>
            <a:chExt cx="697154" cy="333625"/>
          </a:xfrm>
        </p:grpSpPr>
        <p:sp>
          <p:nvSpPr>
            <p:cNvPr id="361" name="Google Shape;361;p7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7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7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7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7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" name="Google Shape;397;p7"/>
          <p:cNvGrpSpPr/>
          <p:nvPr/>
        </p:nvGrpSpPr>
        <p:grpSpPr>
          <a:xfrm>
            <a:off x="432697" y="197531"/>
            <a:ext cx="287314" cy="379145"/>
            <a:chOff x="3216099" y="239444"/>
            <a:chExt cx="173751" cy="229285"/>
          </a:xfrm>
        </p:grpSpPr>
        <p:sp>
          <p:nvSpPr>
            <p:cNvPr id="398" name="Google Shape;398;p7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7"/>
          <p:cNvSpPr txBox="1"/>
          <p:nvPr>
            <p:ph type="title"/>
          </p:nvPr>
        </p:nvSpPr>
        <p:spPr>
          <a:xfrm>
            <a:off x="720010" y="529475"/>
            <a:ext cx="77040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1" name="Google Shape;401;p7"/>
          <p:cNvSpPr txBox="1"/>
          <p:nvPr>
            <p:ph idx="1" type="subTitle"/>
          </p:nvPr>
        </p:nvSpPr>
        <p:spPr>
          <a:xfrm>
            <a:off x="720000" y="1523700"/>
            <a:ext cx="4345800" cy="20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/>
            </a:lvl9pPr>
          </a:lstStyle>
          <a:p/>
        </p:txBody>
      </p:sp>
      <p:sp>
        <p:nvSpPr>
          <p:cNvPr id="402" name="Google Shape;40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8"/>
          <p:cNvGrpSpPr/>
          <p:nvPr/>
        </p:nvGrpSpPr>
        <p:grpSpPr>
          <a:xfrm>
            <a:off x="139694" y="265596"/>
            <a:ext cx="1146819" cy="548812"/>
            <a:chOff x="126925" y="511427"/>
            <a:chExt cx="697154" cy="333625"/>
          </a:xfrm>
        </p:grpSpPr>
        <p:sp>
          <p:nvSpPr>
            <p:cNvPr id="405" name="Google Shape;405;p8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8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8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8"/>
          <p:cNvGrpSpPr/>
          <p:nvPr/>
        </p:nvGrpSpPr>
        <p:grpSpPr>
          <a:xfrm>
            <a:off x="324933" y="2838416"/>
            <a:ext cx="297892" cy="415961"/>
            <a:chOff x="4872628" y="1304490"/>
            <a:chExt cx="180147" cy="251548"/>
          </a:xfrm>
        </p:grpSpPr>
        <p:sp>
          <p:nvSpPr>
            <p:cNvPr id="442" name="Google Shape;442;p8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8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8"/>
          <p:cNvGrpSpPr/>
          <p:nvPr/>
        </p:nvGrpSpPr>
        <p:grpSpPr>
          <a:xfrm>
            <a:off x="8386082" y="2879026"/>
            <a:ext cx="407031" cy="431553"/>
            <a:chOff x="5639106" y="643680"/>
            <a:chExt cx="246148" cy="260978"/>
          </a:xfrm>
        </p:grpSpPr>
        <p:sp>
          <p:nvSpPr>
            <p:cNvPr id="445" name="Google Shape;445;p8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7" name="Google Shape;447;p8"/>
          <p:cNvSpPr/>
          <p:nvPr/>
        </p:nvSpPr>
        <p:spPr>
          <a:xfrm>
            <a:off x="8737725" y="366940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8" name="Google Shape;448;p8"/>
          <p:cNvGrpSpPr/>
          <p:nvPr/>
        </p:nvGrpSpPr>
        <p:grpSpPr>
          <a:xfrm>
            <a:off x="6167600" y="-850300"/>
            <a:ext cx="1999366" cy="1996853"/>
            <a:chOff x="1261508" y="230234"/>
            <a:chExt cx="842548" cy="841489"/>
          </a:xfrm>
        </p:grpSpPr>
        <p:sp>
          <p:nvSpPr>
            <p:cNvPr id="449" name="Google Shape;449;p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" name="Google Shape;454;p8"/>
          <p:cNvGrpSpPr/>
          <p:nvPr/>
        </p:nvGrpSpPr>
        <p:grpSpPr>
          <a:xfrm>
            <a:off x="1170087" y="4187425"/>
            <a:ext cx="1999366" cy="1996853"/>
            <a:chOff x="1261508" y="230234"/>
            <a:chExt cx="842548" cy="841489"/>
          </a:xfrm>
        </p:grpSpPr>
        <p:sp>
          <p:nvSpPr>
            <p:cNvPr id="455" name="Google Shape;455;p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0" name="Google Shape;460;p8"/>
          <p:cNvGrpSpPr/>
          <p:nvPr/>
        </p:nvGrpSpPr>
        <p:grpSpPr>
          <a:xfrm>
            <a:off x="7850594" y="4328971"/>
            <a:ext cx="1146819" cy="548812"/>
            <a:chOff x="126925" y="511427"/>
            <a:chExt cx="697154" cy="333625"/>
          </a:xfrm>
        </p:grpSpPr>
        <p:sp>
          <p:nvSpPr>
            <p:cNvPr id="461" name="Google Shape;461;p8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8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8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8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8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8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8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8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8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8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8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8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8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8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8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8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8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8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8"/>
          <p:cNvSpPr txBox="1"/>
          <p:nvPr>
            <p:ph type="title"/>
          </p:nvPr>
        </p:nvSpPr>
        <p:spPr>
          <a:xfrm>
            <a:off x="720100" y="1579853"/>
            <a:ext cx="7704000" cy="116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8" name="Google Shape;498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" name="Google Shape;500;p9"/>
          <p:cNvGrpSpPr/>
          <p:nvPr/>
        </p:nvGrpSpPr>
        <p:grpSpPr>
          <a:xfrm>
            <a:off x="3998644" y="302496"/>
            <a:ext cx="1146819" cy="548812"/>
            <a:chOff x="126925" y="511427"/>
            <a:chExt cx="697154" cy="333625"/>
          </a:xfrm>
        </p:grpSpPr>
        <p:sp>
          <p:nvSpPr>
            <p:cNvPr id="501" name="Google Shape;501;p9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9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9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9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9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9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9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9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9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9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9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9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9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9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9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9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9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9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9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9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9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9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9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9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9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9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9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9"/>
          <p:cNvGrpSpPr/>
          <p:nvPr/>
        </p:nvGrpSpPr>
        <p:grpSpPr>
          <a:xfrm>
            <a:off x="7863625" y="-720425"/>
            <a:ext cx="1999366" cy="1996853"/>
            <a:chOff x="1261508" y="230234"/>
            <a:chExt cx="842548" cy="841489"/>
          </a:xfrm>
        </p:grpSpPr>
        <p:sp>
          <p:nvSpPr>
            <p:cNvPr id="538" name="Google Shape;538;p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9"/>
          <p:cNvGrpSpPr/>
          <p:nvPr/>
        </p:nvGrpSpPr>
        <p:grpSpPr>
          <a:xfrm>
            <a:off x="3998644" y="4292196"/>
            <a:ext cx="1146819" cy="548812"/>
            <a:chOff x="126925" y="511427"/>
            <a:chExt cx="697154" cy="333625"/>
          </a:xfrm>
        </p:grpSpPr>
        <p:sp>
          <p:nvSpPr>
            <p:cNvPr id="544" name="Google Shape;544;p9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9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9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9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9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9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9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9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9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9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9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9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0" name="Google Shape;580;p9"/>
          <p:cNvGrpSpPr/>
          <p:nvPr/>
        </p:nvGrpSpPr>
        <p:grpSpPr>
          <a:xfrm>
            <a:off x="1215722" y="350431"/>
            <a:ext cx="287314" cy="379145"/>
            <a:chOff x="3216099" y="239444"/>
            <a:chExt cx="173751" cy="229285"/>
          </a:xfrm>
        </p:grpSpPr>
        <p:sp>
          <p:nvSpPr>
            <p:cNvPr id="581" name="Google Shape;581;p9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9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3" name="Google Shape;583;p9"/>
          <p:cNvSpPr/>
          <p:nvPr/>
        </p:nvSpPr>
        <p:spPr>
          <a:xfrm>
            <a:off x="6076156" y="241978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4" name="Google Shape;584;p9"/>
          <p:cNvGrpSpPr/>
          <p:nvPr/>
        </p:nvGrpSpPr>
        <p:grpSpPr>
          <a:xfrm>
            <a:off x="-954450" y="3818350"/>
            <a:ext cx="1999366" cy="1996853"/>
            <a:chOff x="1261508" y="230234"/>
            <a:chExt cx="842548" cy="841489"/>
          </a:xfrm>
        </p:grpSpPr>
        <p:sp>
          <p:nvSpPr>
            <p:cNvPr id="585" name="Google Shape;585;p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0" name="Google Shape;590;p9"/>
          <p:cNvSpPr txBox="1"/>
          <p:nvPr>
            <p:ph type="title"/>
          </p:nvPr>
        </p:nvSpPr>
        <p:spPr>
          <a:xfrm>
            <a:off x="2270000" y="1376227"/>
            <a:ext cx="4604100" cy="12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1" name="Google Shape;591;p9"/>
          <p:cNvSpPr txBox="1"/>
          <p:nvPr>
            <p:ph idx="1" type="subTitle"/>
          </p:nvPr>
        </p:nvSpPr>
        <p:spPr>
          <a:xfrm>
            <a:off x="2269888" y="2674290"/>
            <a:ext cx="4604100" cy="602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/>
        </p:txBody>
      </p:sp>
      <p:sp>
        <p:nvSpPr>
          <p:cNvPr id="592" name="Google Shape;592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0"/>
          <p:cNvSpPr/>
          <p:nvPr>
            <p:ph idx="2" type="pic"/>
          </p:nvPr>
        </p:nvSpPr>
        <p:spPr>
          <a:xfrm>
            <a:off x="-7200" y="-7200"/>
            <a:ext cx="9151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10"/>
          <p:cNvSpPr txBox="1"/>
          <p:nvPr>
            <p:ph type="title"/>
          </p:nvPr>
        </p:nvSpPr>
        <p:spPr>
          <a:xfrm>
            <a:off x="720000" y="540000"/>
            <a:ext cx="7704000" cy="6753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6" name="Google Shape;59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" name="Google Shape;598;p11"/>
          <p:cNvGrpSpPr/>
          <p:nvPr/>
        </p:nvGrpSpPr>
        <p:grpSpPr>
          <a:xfrm>
            <a:off x="3998594" y="265596"/>
            <a:ext cx="1146819" cy="548812"/>
            <a:chOff x="126925" y="511427"/>
            <a:chExt cx="697154" cy="333625"/>
          </a:xfrm>
        </p:grpSpPr>
        <p:sp>
          <p:nvSpPr>
            <p:cNvPr id="599" name="Google Shape;599;p11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1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1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1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1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5" name="Google Shape;635;p11"/>
          <p:cNvGrpSpPr/>
          <p:nvPr/>
        </p:nvGrpSpPr>
        <p:grpSpPr>
          <a:xfrm>
            <a:off x="209547" y="3610981"/>
            <a:ext cx="287314" cy="379145"/>
            <a:chOff x="3216099" y="239444"/>
            <a:chExt cx="173751" cy="229285"/>
          </a:xfrm>
        </p:grpSpPr>
        <p:sp>
          <p:nvSpPr>
            <p:cNvPr id="636" name="Google Shape;636;p11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8" name="Google Shape;638;p11"/>
          <p:cNvGrpSpPr/>
          <p:nvPr/>
        </p:nvGrpSpPr>
        <p:grpSpPr>
          <a:xfrm>
            <a:off x="8144257" y="4556301"/>
            <a:ext cx="407031" cy="431553"/>
            <a:chOff x="5639106" y="643680"/>
            <a:chExt cx="246148" cy="260978"/>
          </a:xfrm>
        </p:grpSpPr>
        <p:sp>
          <p:nvSpPr>
            <p:cNvPr id="639" name="Google Shape;639;p11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1" name="Google Shape;641;p11"/>
          <p:cNvSpPr/>
          <p:nvPr/>
        </p:nvSpPr>
        <p:spPr>
          <a:xfrm>
            <a:off x="8468984" y="23902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1"/>
          <p:cNvSpPr/>
          <p:nvPr/>
        </p:nvSpPr>
        <p:spPr>
          <a:xfrm>
            <a:off x="8468956" y="43129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3" name="Google Shape;643;p11"/>
          <p:cNvGrpSpPr/>
          <p:nvPr/>
        </p:nvGrpSpPr>
        <p:grpSpPr>
          <a:xfrm>
            <a:off x="7971100" y="325600"/>
            <a:ext cx="1999366" cy="1996853"/>
            <a:chOff x="1261508" y="230234"/>
            <a:chExt cx="842548" cy="841489"/>
          </a:xfrm>
        </p:grpSpPr>
        <p:sp>
          <p:nvSpPr>
            <p:cNvPr id="644" name="Google Shape;644;p1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9" name="Google Shape;649;p11"/>
          <p:cNvGrpSpPr/>
          <p:nvPr/>
        </p:nvGrpSpPr>
        <p:grpSpPr>
          <a:xfrm>
            <a:off x="1913150" y="4184725"/>
            <a:ext cx="1999366" cy="1996853"/>
            <a:chOff x="1261508" y="230234"/>
            <a:chExt cx="842548" cy="841489"/>
          </a:xfrm>
        </p:grpSpPr>
        <p:sp>
          <p:nvSpPr>
            <p:cNvPr id="650" name="Google Shape;650;p1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5" name="Google Shape;655;p11"/>
          <p:cNvGrpSpPr/>
          <p:nvPr/>
        </p:nvGrpSpPr>
        <p:grpSpPr>
          <a:xfrm>
            <a:off x="7378499" y="212399"/>
            <a:ext cx="361414" cy="377330"/>
            <a:chOff x="5666693" y="676471"/>
            <a:chExt cx="218562" cy="228187"/>
          </a:xfrm>
        </p:grpSpPr>
        <p:sp>
          <p:nvSpPr>
            <p:cNvPr id="656" name="Google Shape;656;p11"/>
            <p:cNvSpPr/>
            <p:nvPr/>
          </p:nvSpPr>
          <p:spPr>
            <a:xfrm>
              <a:off x="5666693" y="676471"/>
              <a:ext cx="114225" cy="135792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8" name="Google Shape;658;p11"/>
          <p:cNvGrpSpPr/>
          <p:nvPr/>
        </p:nvGrpSpPr>
        <p:grpSpPr>
          <a:xfrm>
            <a:off x="-1214150" y="1232250"/>
            <a:ext cx="1999366" cy="1996853"/>
            <a:chOff x="1261508" y="230234"/>
            <a:chExt cx="842548" cy="841489"/>
          </a:xfrm>
        </p:grpSpPr>
        <p:sp>
          <p:nvSpPr>
            <p:cNvPr id="659" name="Google Shape;659;p1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11"/>
          <p:cNvGrpSpPr/>
          <p:nvPr/>
        </p:nvGrpSpPr>
        <p:grpSpPr>
          <a:xfrm>
            <a:off x="1551724" y="325599"/>
            <a:ext cx="361414" cy="377330"/>
            <a:chOff x="5666693" y="676471"/>
            <a:chExt cx="218562" cy="228187"/>
          </a:xfrm>
        </p:grpSpPr>
        <p:sp>
          <p:nvSpPr>
            <p:cNvPr id="665" name="Google Shape;665;p11"/>
            <p:cNvSpPr/>
            <p:nvPr/>
          </p:nvSpPr>
          <p:spPr>
            <a:xfrm>
              <a:off x="5666693" y="676471"/>
              <a:ext cx="114225" cy="135792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11"/>
          <p:cNvSpPr txBox="1"/>
          <p:nvPr>
            <p:ph hasCustomPrompt="1" type="title"/>
          </p:nvPr>
        </p:nvSpPr>
        <p:spPr>
          <a:xfrm>
            <a:off x="1551725" y="1233075"/>
            <a:ext cx="6040500" cy="115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8" name="Google Shape;668;p11"/>
          <p:cNvSpPr txBox="1"/>
          <p:nvPr>
            <p:ph idx="1" type="subTitle"/>
          </p:nvPr>
        </p:nvSpPr>
        <p:spPr>
          <a:xfrm>
            <a:off x="1551725" y="2475103"/>
            <a:ext cx="60405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9" name="Google Shape;669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oogle Shape;673;p13"/>
          <p:cNvGrpSpPr/>
          <p:nvPr/>
        </p:nvGrpSpPr>
        <p:grpSpPr>
          <a:xfrm>
            <a:off x="333644" y="265596"/>
            <a:ext cx="1146819" cy="548812"/>
            <a:chOff x="126925" y="511427"/>
            <a:chExt cx="697154" cy="333625"/>
          </a:xfrm>
        </p:grpSpPr>
        <p:sp>
          <p:nvSpPr>
            <p:cNvPr id="674" name="Google Shape;674;p1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0" name="Google Shape;710;p13"/>
          <p:cNvGrpSpPr/>
          <p:nvPr/>
        </p:nvGrpSpPr>
        <p:grpSpPr>
          <a:xfrm>
            <a:off x="7277194" y="4328971"/>
            <a:ext cx="1146819" cy="548812"/>
            <a:chOff x="126925" y="511427"/>
            <a:chExt cx="697154" cy="333625"/>
          </a:xfrm>
        </p:grpSpPr>
        <p:sp>
          <p:nvSpPr>
            <p:cNvPr id="711" name="Google Shape;711;p1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7" name="Google Shape;747;p13"/>
          <p:cNvGrpSpPr/>
          <p:nvPr/>
        </p:nvGrpSpPr>
        <p:grpSpPr>
          <a:xfrm>
            <a:off x="8231487" y="1573325"/>
            <a:ext cx="1999366" cy="1996853"/>
            <a:chOff x="1261508" y="230234"/>
            <a:chExt cx="842548" cy="841489"/>
          </a:xfrm>
        </p:grpSpPr>
        <p:sp>
          <p:nvSpPr>
            <p:cNvPr id="748" name="Google Shape;748;p1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3" name="Google Shape;753;p13"/>
          <p:cNvGrpSpPr/>
          <p:nvPr/>
        </p:nvGrpSpPr>
        <p:grpSpPr>
          <a:xfrm>
            <a:off x="-1086863" y="1573325"/>
            <a:ext cx="1999366" cy="1996853"/>
            <a:chOff x="1261508" y="230234"/>
            <a:chExt cx="842548" cy="841489"/>
          </a:xfrm>
        </p:grpSpPr>
        <p:sp>
          <p:nvSpPr>
            <p:cNvPr id="754" name="Google Shape;754;p1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9" name="Google Shape;759;p13"/>
          <p:cNvSpPr txBox="1"/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0" name="Google Shape;760;p13"/>
          <p:cNvSpPr txBox="1"/>
          <p:nvPr>
            <p:ph idx="1" type="subTitle"/>
          </p:nvPr>
        </p:nvSpPr>
        <p:spPr>
          <a:xfrm>
            <a:off x="2154913" y="2354665"/>
            <a:ext cx="21441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61" name="Google Shape;761;p13"/>
          <p:cNvSpPr txBox="1"/>
          <p:nvPr>
            <p:ph hasCustomPrompt="1" idx="2" type="title"/>
          </p:nvPr>
        </p:nvSpPr>
        <p:spPr>
          <a:xfrm>
            <a:off x="2783884" y="1399475"/>
            <a:ext cx="886200" cy="439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2" name="Google Shape;762;p13"/>
          <p:cNvSpPr txBox="1"/>
          <p:nvPr>
            <p:ph idx="3" type="subTitle"/>
          </p:nvPr>
        </p:nvSpPr>
        <p:spPr>
          <a:xfrm>
            <a:off x="4844798" y="2354674"/>
            <a:ext cx="21441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63" name="Google Shape;763;p13"/>
          <p:cNvSpPr txBox="1"/>
          <p:nvPr>
            <p:ph hasCustomPrompt="1" idx="4" type="title"/>
          </p:nvPr>
        </p:nvSpPr>
        <p:spPr>
          <a:xfrm>
            <a:off x="5473725" y="1399425"/>
            <a:ext cx="886200" cy="439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4" name="Google Shape;764;p13"/>
          <p:cNvSpPr txBox="1"/>
          <p:nvPr>
            <p:ph idx="5" type="subTitle"/>
          </p:nvPr>
        </p:nvSpPr>
        <p:spPr>
          <a:xfrm>
            <a:off x="2154913" y="4037099"/>
            <a:ext cx="21441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65" name="Google Shape;765;p13"/>
          <p:cNvSpPr txBox="1"/>
          <p:nvPr>
            <p:ph hasCustomPrompt="1" idx="6" type="title"/>
          </p:nvPr>
        </p:nvSpPr>
        <p:spPr>
          <a:xfrm>
            <a:off x="2783874" y="3081877"/>
            <a:ext cx="886200" cy="439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13"/>
          <p:cNvSpPr txBox="1"/>
          <p:nvPr>
            <p:ph idx="7" type="subTitle"/>
          </p:nvPr>
        </p:nvSpPr>
        <p:spPr>
          <a:xfrm>
            <a:off x="4844775" y="4037101"/>
            <a:ext cx="21441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67" name="Google Shape;767;p13"/>
          <p:cNvSpPr txBox="1"/>
          <p:nvPr>
            <p:ph hasCustomPrompt="1" idx="8" type="title"/>
          </p:nvPr>
        </p:nvSpPr>
        <p:spPr>
          <a:xfrm>
            <a:off x="5473725" y="3081899"/>
            <a:ext cx="886200" cy="4395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8" name="Google Shape;768;p13"/>
          <p:cNvSpPr txBox="1"/>
          <p:nvPr>
            <p:ph idx="9" type="subTitle"/>
          </p:nvPr>
        </p:nvSpPr>
        <p:spPr>
          <a:xfrm>
            <a:off x="2154925" y="1991375"/>
            <a:ext cx="21441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9" name="Google Shape;769;p13"/>
          <p:cNvSpPr txBox="1"/>
          <p:nvPr>
            <p:ph idx="13" type="subTitle"/>
          </p:nvPr>
        </p:nvSpPr>
        <p:spPr>
          <a:xfrm>
            <a:off x="4844752" y="1991375"/>
            <a:ext cx="21441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13"/>
          <p:cNvSpPr txBox="1"/>
          <p:nvPr>
            <p:ph idx="14" type="subTitle"/>
          </p:nvPr>
        </p:nvSpPr>
        <p:spPr>
          <a:xfrm>
            <a:off x="2155050" y="3673800"/>
            <a:ext cx="21441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1" name="Google Shape;771;p13"/>
          <p:cNvSpPr txBox="1"/>
          <p:nvPr>
            <p:ph idx="15" type="subTitle"/>
          </p:nvPr>
        </p:nvSpPr>
        <p:spPr>
          <a:xfrm>
            <a:off x="4844877" y="3673800"/>
            <a:ext cx="21441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2" name="Google Shape;77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_1"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oogle Shape;774;p14"/>
          <p:cNvGrpSpPr/>
          <p:nvPr/>
        </p:nvGrpSpPr>
        <p:grpSpPr>
          <a:xfrm>
            <a:off x="139694" y="157396"/>
            <a:ext cx="1146819" cy="548812"/>
            <a:chOff x="126925" y="511427"/>
            <a:chExt cx="697154" cy="333625"/>
          </a:xfrm>
        </p:grpSpPr>
        <p:sp>
          <p:nvSpPr>
            <p:cNvPr id="775" name="Google Shape;775;p1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14"/>
          <p:cNvGrpSpPr/>
          <p:nvPr/>
        </p:nvGrpSpPr>
        <p:grpSpPr>
          <a:xfrm>
            <a:off x="6925633" y="4490391"/>
            <a:ext cx="297892" cy="415961"/>
            <a:chOff x="4872628" y="1304490"/>
            <a:chExt cx="180147" cy="251548"/>
          </a:xfrm>
        </p:grpSpPr>
        <p:sp>
          <p:nvSpPr>
            <p:cNvPr id="812" name="Google Shape;812;p14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4" name="Google Shape;814;p14"/>
          <p:cNvGrpSpPr/>
          <p:nvPr/>
        </p:nvGrpSpPr>
        <p:grpSpPr>
          <a:xfrm>
            <a:off x="139700" y="1024751"/>
            <a:ext cx="271652" cy="377428"/>
            <a:chOff x="6473622" y="258634"/>
            <a:chExt cx="164279" cy="228246"/>
          </a:xfrm>
        </p:grpSpPr>
        <p:sp>
          <p:nvSpPr>
            <p:cNvPr id="815" name="Google Shape;815;p14"/>
            <p:cNvSpPr/>
            <p:nvPr/>
          </p:nvSpPr>
          <p:spPr>
            <a:xfrm>
              <a:off x="6473622" y="258634"/>
              <a:ext cx="131300" cy="155849"/>
            </a:xfrm>
            <a:custGeom>
              <a:rect b="b" l="l" r="r" t="t"/>
              <a:pathLst>
                <a:path extrusionOk="0" h="3752" w="3161">
                  <a:moveTo>
                    <a:pt x="1571" y="1"/>
                  </a:moveTo>
                  <a:cubicBezTo>
                    <a:pt x="1442" y="1541"/>
                    <a:pt x="1312" y="1695"/>
                    <a:pt x="0" y="1879"/>
                  </a:cubicBezTo>
                  <a:cubicBezTo>
                    <a:pt x="1312" y="2058"/>
                    <a:pt x="1442" y="2187"/>
                    <a:pt x="1571" y="3752"/>
                  </a:cubicBezTo>
                  <a:cubicBezTo>
                    <a:pt x="1725" y="2187"/>
                    <a:pt x="1848" y="2058"/>
                    <a:pt x="3160" y="1879"/>
                  </a:cubicBezTo>
                  <a:cubicBezTo>
                    <a:pt x="1848" y="1695"/>
                    <a:pt x="1725" y="154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4"/>
            <p:cNvSpPr/>
            <p:nvPr/>
          </p:nvSpPr>
          <p:spPr>
            <a:xfrm>
              <a:off x="6580288" y="402684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7" y="1"/>
                  </a:moveTo>
                  <a:cubicBezTo>
                    <a:pt x="617" y="844"/>
                    <a:pt x="568" y="924"/>
                    <a:pt x="1" y="1029"/>
                  </a:cubicBezTo>
                  <a:cubicBezTo>
                    <a:pt x="568" y="1128"/>
                    <a:pt x="617" y="1208"/>
                    <a:pt x="697" y="2027"/>
                  </a:cubicBezTo>
                  <a:cubicBezTo>
                    <a:pt x="746" y="1208"/>
                    <a:pt x="795" y="1128"/>
                    <a:pt x="1387" y="1029"/>
                  </a:cubicBezTo>
                  <a:cubicBezTo>
                    <a:pt x="795" y="924"/>
                    <a:pt x="746" y="844"/>
                    <a:pt x="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7" name="Google Shape;817;p14"/>
          <p:cNvGrpSpPr/>
          <p:nvPr/>
        </p:nvGrpSpPr>
        <p:grpSpPr>
          <a:xfrm>
            <a:off x="6366207" y="382851"/>
            <a:ext cx="407031" cy="431553"/>
            <a:chOff x="5639106" y="643680"/>
            <a:chExt cx="246148" cy="260978"/>
          </a:xfrm>
        </p:grpSpPr>
        <p:sp>
          <p:nvSpPr>
            <p:cNvPr id="818" name="Google Shape;818;p14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4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0" name="Google Shape;820;p14"/>
          <p:cNvSpPr/>
          <p:nvPr/>
        </p:nvSpPr>
        <p:spPr>
          <a:xfrm>
            <a:off x="8629525" y="1570175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1" name="Google Shape;821;p14"/>
          <p:cNvGrpSpPr/>
          <p:nvPr/>
        </p:nvGrpSpPr>
        <p:grpSpPr>
          <a:xfrm>
            <a:off x="7062125" y="-972100"/>
            <a:ext cx="1999366" cy="1996853"/>
            <a:chOff x="1261508" y="230234"/>
            <a:chExt cx="842548" cy="841489"/>
          </a:xfrm>
        </p:grpSpPr>
        <p:sp>
          <p:nvSpPr>
            <p:cNvPr id="822" name="Google Shape;822;p1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7" name="Google Shape;827;p14"/>
          <p:cNvGrpSpPr/>
          <p:nvPr/>
        </p:nvGrpSpPr>
        <p:grpSpPr>
          <a:xfrm>
            <a:off x="4733712" y="4220250"/>
            <a:ext cx="1999366" cy="1996853"/>
            <a:chOff x="1261508" y="230234"/>
            <a:chExt cx="842548" cy="841489"/>
          </a:xfrm>
        </p:grpSpPr>
        <p:sp>
          <p:nvSpPr>
            <p:cNvPr id="828" name="Google Shape;828;p1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3" name="Google Shape;833;p14"/>
          <p:cNvGrpSpPr/>
          <p:nvPr/>
        </p:nvGrpSpPr>
        <p:grpSpPr>
          <a:xfrm rot="5400000">
            <a:off x="7850594" y="4165171"/>
            <a:ext cx="1146819" cy="548812"/>
            <a:chOff x="126925" y="511427"/>
            <a:chExt cx="697154" cy="333625"/>
          </a:xfrm>
        </p:grpSpPr>
        <p:sp>
          <p:nvSpPr>
            <p:cNvPr id="834" name="Google Shape;834;p1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0" name="Google Shape;870;p14"/>
          <p:cNvSpPr txBox="1"/>
          <p:nvPr>
            <p:ph type="title"/>
          </p:nvPr>
        </p:nvSpPr>
        <p:spPr>
          <a:xfrm>
            <a:off x="720000" y="3479894"/>
            <a:ext cx="4150800" cy="5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1" name="Google Shape;871;p14"/>
          <p:cNvSpPr txBox="1"/>
          <p:nvPr>
            <p:ph idx="1" type="subTitle"/>
          </p:nvPr>
        </p:nvSpPr>
        <p:spPr>
          <a:xfrm>
            <a:off x="720000" y="1024750"/>
            <a:ext cx="4150800" cy="24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2" name="Google Shape;872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5_2_1_1_2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oogle Shape;874;p15"/>
          <p:cNvGrpSpPr/>
          <p:nvPr/>
        </p:nvGrpSpPr>
        <p:grpSpPr>
          <a:xfrm>
            <a:off x="1156844" y="4457046"/>
            <a:ext cx="1146819" cy="548812"/>
            <a:chOff x="126925" y="511427"/>
            <a:chExt cx="697154" cy="333625"/>
          </a:xfrm>
        </p:grpSpPr>
        <p:sp>
          <p:nvSpPr>
            <p:cNvPr id="875" name="Google Shape;875;p15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5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5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5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5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5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5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5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5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5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5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5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5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5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5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5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5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5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5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5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5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5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5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5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5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5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5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5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5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5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5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5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5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5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5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5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1" name="Google Shape;911;p15"/>
          <p:cNvGrpSpPr/>
          <p:nvPr/>
        </p:nvGrpSpPr>
        <p:grpSpPr>
          <a:xfrm>
            <a:off x="1537075" y="-844375"/>
            <a:ext cx="1999366" cy="1996853"/>
            <a:chOff x="1261508" y="230234"/>
            <a:chExt cx="842548" cy="841489"/>
          </a:xfrm>
        </p:grpSpPr>
        <p:sp>
          <p:nvSpPr>
            <p:cNvPr id="912" name="Google Shape;912;p1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7" name="Google Shape;917;p15"/>
          <p:cNvGrpSpPr/>
          <p:nvPr/>
        </p:nvGrpSpPr>
        <p:grpSpPr>
          <a:xfrm>
            <a:off x="6623900" y="4069175"/>
            <a:ext cx="1999366" cy="1996853"/>
            <a:chOff x="1261508" y="230234"/>
            <a:chExt cx="842548" cy="841489"/>
          </a:xfrm>
        </p:grpSpPr>
        <p:sp>
          <p:nvSpPr>
            <p:cNvPr id="918" name="Google Shape;918;p1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3" name="Google Shape;923;p15"/>
          <p:cNvGrpSpPr/>
          <p:nvPr/>
        </p:nvGrpSpPr>
        <p:grpSpPr>
          <a:xfrm>
            <a:off x="394897" y="62731"/>
            <a:ext cx="287314" cy="379145"/>
            <a:chOff x="3216099" y="239444"/>
            <a:chExt cx="173751" cy="229285"/>
          </a:xfrm>
        </p:grpSpPr>
        <p:sp>
          <p:nvSpPr>
            <p:cNvPr id="924" name="Google Shape;924;p1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5"/>
          <p:cNvGrpSpPr/>
          <p:nvPr/>
        </p:nvGrpSpPr>
        <p:grpSpPr>
          <a:xfrm>
            <a:off x="209247" y="4413806"/>
            <a:ext cx="287314" cy="379145"/>
            <a:chOff x="3216099" y="239444"/>
            <a:chExt cx="173751" cy="229285"/>
          </a:xfrm>
        </p:grpSpPr>
        <p:sp>
          <p:nvSpPr>
            <p:cNvPr id="927" name="Google Shape;927;p1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9" name="Google Shape;929;p15"/>
          <p:cNvGrpSpPr/>
          <p:nvPr/>
        </p:nvGrpSpPr>
        <p:grpSpPr>
          <a:xfrm>
            <a:off x="8817997" y="589000"/>
            <a:ext cx="255228" cy="341001"/>
            <a:chOff x="3216099" y="262511"/>
            <a:chExt cx="154347" cy="206217"/>
          </a:xfrm>
        </p:grpSpPr>
        <p:sp>
          <p:nvSpPr>
            <p:cNvPr id="930" name="Google Shape;930;p15"/>
            <p:cNvSpPr/>
            <p:nvPr/>
          </p:nvSpPr>
          <p:spPr>
            <a:xfrm>
              <a:off x="3278194" y="262511"/>
              <a:ext cx="92252" cy="109718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2" name="Google Shape;932;p15"/>
          <p:cNvSpPr/>
          <p:nvPr/>
        </p:nvSpPr>
        <p:spPr>
          <a:xfrm>
            <a:off x="805522" y="302648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3" name="Google Shape;933;p15"/>
          <p:cNvGrpSpPr/>
          <p:nvPr/>
        </p:nvGrpSpPr>
        <p:grpSpPr>
          <a:xfrm>
            <a:off x="-1401825" y="2072325"/>
            <a:ext cx="1999366" cy="1996853"/>
            <a:chOff x="1261508" y="230234"/>
            <a:chExt cx="842548" cy="841489"/>
          </a:xfrm>
        </p:grpSpPr>
        <p:sp>
          <p:nvSpPr>
            <p:cNvPr id="934" name="Google Shape;934;p1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9" name="Google Shape;939;p15"/>
          <p:cNvSpPr txBox="1"/>
          <p:nvPr>
            <p:ph type="title"/>
          </p:nvPr>
        </p:nvSpPr>
        <p:spPr>
          <a:xfrm>
            <a:off x="5381550" y="2181150"/>
            <a:ext cx="3042300" cy="77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0" name="Google Shape;940;p15"/>
          <p:cNvSpPr txBox="1"/>
          <p:nvPr>
            <p:ph hasCustomPrompt="1" idx="2" type="title"/>
          </p:nvPr>
        </p:nvSpPr>
        <p:spPr>
          <a:xfrm>
            <a:off x="7174500" y="1216038"/>
            <a:ext cx="1249500" cy="719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41" name="Google Shape;941;p15"/>
          <p:cNvSpPr txBox="1"/>
          <p:nvPr>
            <p:ph idx="1" type="subTitle"/>
          </p:nvPr>
        </p:nvSpPr>
        <p:spPr>
          <a:xfrm>
            <a:off x="5381550" y="3040650"/>
            <a:ext cx="3042300" cy="719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2" name="Google Shape;94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5_2_1_1_1_2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4" name="Google Shape;944;p16"/>
          <p:cNvGrpSpPr/>
          <p:nvPr/>
        </p:nvGrpSpPr>
        <p:grpSpPr>
          <a:xfrm flipH="1">
            <a:off x="6705597" y="265596"/>
            <a:ext cx="1146819" cy="548812"/>
            <a:chOff x="126925" y="511427"/>
            <a:chExt cx="697154" cy="333625"/>
          </a:xfrm>
        </p:grpSpPr>
        <p:sp>
          <p:nvSpPr>
            <p:cNvPr id="945" name="Google Shape;945;p1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1" name="Google Shape;981;p16"/>
          <p:cNvSpPr/>
          <p:nvPr/>
        </p:nvSpPr>
        <p:spPr>
          <a:xfrm flipH="1">
            <a:off x="589884" y="2480738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2" name="Google Shape;982;p16"/>
          <p:cNvGrpSpPr/>
          <p:nvPr/>
        </p:nvGrpSpPr>
        <p:grpSpPr>
          <a:xfrm flipH="1">
            <a:off x="310606" y="-799800"/>
            <a:ext cx="1999366" cy="1996853"/>
            <a:chOff x="1261508" y="230234"/>
            <a:chExt cx="842548" cy="841489"/>
          </a:xfrm>
        </p:grpSpPr>
        <p:sp>
          <p:nvSpPr>
            <p:cNvPr id="983" name="Google Shape;983;p1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8" name="Google Shape;988;p16"/>
          <p:cNvGrpSpPr/>
          <p:nvPr/>
        </p:nvGrpSpPr>
        <p:grpSpPr>
          <a:xfrm flipH="1">
            <a:off x="6834019" y="4033225"/>
            <a:ext cx="1999366" cy="1996853"/>
            <a:chOff x="1261508" y="230234"/>
            <a:chExt cx="842548" cy="841489"/>
          </a:xfrm>
        </p:grpSpPr>
        <p:sp>
          <p:nvSpPr>
            <p:cNvPr id="989" name="Google Shape;989;p1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4" name="Google Shape;994;p16"/>
          <p:cNvGrpSpPr/>
          <p:nvPr/>
        </p:nvGrpSpPr>
        <p:grpSpPr>
          <a:xfrm flipH="1">
            <a:off x="1291622" y="4328971"/>
            <a:ext cx="1146819" cy="548812"/>
            <a:chOff x="126925" y="511427"/>
            <a:chExt cx="697154" cy="333625"/>
          </a:xfrm>
        </p:grpSpPr>
        <p:sp>
          <p:nvSpPr>
            <p:cNvPr id="995" name="Google Shape;995;p1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1" name="Google Shape;1031;p16"/>
          <p:cNvSpPr txBox="1"/>
          <p:nvPr>
            <p:ph type="title"/>
          </p:nvPr>
        </p:nvSpPr>
        <p:spPr>
          <a:xfrm>
            <a:off x="2787750" y="1740175"/>
            <a:ext cx="3568500" cy="8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2" name="Google Shape;1032;p16"/>
          <p:cNvSpPr txBox="1"/>
          <p:nvPr>
            <p:ph hasCustomPrompt="1" idx="2" type="title"/>
          </p:nvPr>
        </p:nvSpPr>
        <p:spPr>
          <a:xfrm>
            <a:off x="3947250" y="846375"/>
            <a:ext cx="1249500" cy="719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33" name="Google Shape;1033;p16"/>
          <p:cNvSpPr txBox="1"/>
          <p:nvPr>
            <p:ph idx="1" type="subTitle"/>
          </p:nvPr>
        </p:nvSpPr>
        <p:spPr>
          <a:xfrm>
            <a:off x="2262625" y="2649325"/>
            <a:ext cx="46188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4" name="Google Shape;103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5"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7" name="Google Shape;1037;p17"/>
          <p:cNvGrpSpPr/>
          <p:nvPr/>
        </p:nvGrpSpPr>
        <p:grpSpPr>
          <a:xfrm>
            <a:off x="139694" y="4422196"/>
            <a:ext cx="1146819" cy="548812"/>
            <a:chOff x="126925" y="511427"/>
            <a:chExt cx="697154" cy="333625"/>
          </a:xfrm>
        </p:grpSpPr>
        <p:sp>
          <p:nvSpPr>
            <p:cNvPr id="1038" name="Google Shape;1038;p17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7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7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7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7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7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7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7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7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7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7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7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7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7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7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7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7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7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7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7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7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7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7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7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7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7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7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7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7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7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7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7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7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7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7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7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4" name="Google Shape;1074;p17"/>
          <p:cNvGrpSpPr/>
          <p:nvPr/>
        </p:nvGrpSpPr>
        <p:grpSpPr>
          <a:xfrm>
            <a:off x="8680372" y="303481"/>
            <a:ext cx="287314" cy="379145"/>
            <a:chOff x="3216099" y="239444"/>
            <a:chExt cx="173751" cy="229285"/>
          </a:xfrm>
        </p:grpSpPr>
        <p:sp>
          <p:nvSpPr>
            <p:cNvPr id="1075" name="Google Shape;1075;p17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7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7" name="Google Shape;1077;p17"/>
          <p:cNvGrpSpPr/>
          <p:nvPr/>
        </p:nvGrpSpPr>
        <p:grpSpPr>
          <a:xfrm>
            <a:off x="139707" y="3777576"/>
            <a:ext cx="407031" cy="431553"/>
            <a:chOff x="5639106" y="643680"/>
            <a:chExt cx="246148" cy="260978"/>
          </a:xfrm>
        </p:grpSpPr>
        <p:sp>
          <p:nvSpPr>
            <p:cNvPr id="1078" name="Google Shape;1078;p17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7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0" name="Google Shape;1080;p17"/>
          <p:cNvSpPr/>
          <p:nvPr/>
        </p:nvSpPr>
        <p:spPr>
          <a:xfrm>
            <a:off x="8603572" y="26645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17"/>
          <p:cNvSpPr/>
          <p:nvPr/>
        </p:nvSpPr>
        <p:spPr>
          <a:xfrm>
            <a:off x="457206" y="365665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2" name="Google Shape;1082;p17"/>
          <p:cNvGrpSpPr/>
          <p:nvPr/>
        </p:nvGrpSpPr>
        <p:grpSpPr>
          <a:xfrm>
            <a:off x="-824125" y="-826575"/>
            <a:ext cx="1999366" cy="1996853"/>
            <a:chOff x="1261508" y="230234"/>
            <a:chExt cx="842548" cy="841489"/>
          </a:xfrm>
        </p:grpSpPr>
        <p:sp>
          <p:nvSpPr>
            <p:cNvPr id="1083" name="Google Shape;1083;p1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8" name="Google Shape;1088;p17"/>
          <p:cNvGrpSpPr/>
          <p:nvPr/>
        </p:nvGrpSpPr>
        <p:grpSpPr>
          <a:xfrm>
            <a:off x="7906162" y="4128100"/>
            <a:ext cx="1999366" cy="1996853"/>
            <a:chOff x="1261508" y="230234"/>
            <a:chExt cx="842548" cy="841489"/>
          </a:xfrm>
        </p:grpSpPr>
        <p:sp>
          <p:nvSpPr>
            <p:cNvPr id="1089" name="Google Shape;1089;p1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4" name="Google Shape;1094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5_1"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97" name="Google Shape;1097;p18"/>
          <p:cNvGrpSpPr/>
          <p:nvPr/>
        </p:nvGrpSpPr>
        <p:grpSpPr>
          <a:xfrm>
            <a:off x="139694" y="134546"/>
            <a:ext cx="1146819" cy="548812"/>
            <a:chOff x="126925" y="511427"/>
            <a:chExt cx="697154" cy="333625"/>
          </a:xfrm>
        </p:grpSpPr>
        <p:sp>
          <p:nvSpPr>
            <p:cNvPr id="1098" name="Google Shape;1098;p18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8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8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8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8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8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8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8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8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8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8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8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8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8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8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8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8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8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8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8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8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8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8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4" name="Google Shape;1134;p18"/>
          <p:cNvGrpSpPr/>
          <p:nvPr/>
        </p:nvGrpSpPr>
        <p:grpSpPr>
          <a:xfrm>
            <a:off x="225072" y="1407656"/>
            <a:ext cx="287314" cy="379145"/>
            <a:chOff x="3216099" y="239444"/>
            <a:chExt cx="173751" cy="229285"/>
          </a:xfrm>
        </p:grpSpPr>
        <p:sp>
          <p:nvSpPr>
            <p:cNvPr id="1135" name="Google Shape;1135;p18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7" name="Google Shape;1137;p18"/>
          <p:cNvGrpSpPr/>
          <p:nvPr/>
        </p:nvGrpSpPr>
        <p:grpSpPr>
          <a:xfrm>
            <a:off x="8591382" y="4303426"/>
            <a:ext cx="407031" cy="431553"/>
            <a:chOff x="5639106" y="643680"/>
            <a:chExt cx="246148" cy="260978"/>
          </a:xfrm>
        </p:grpSpPr>
        <p:sp>
          <p:nvSpPr>
            <p:cNvPr id="1138" name="Google Shape;1138;p18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8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0" name="Google Shape;1140;p18"/>
          <p:cNvSpPr/>
          <p:nvPr/>
        </p:nvSpPr>
        <p:spPr>
          <a:xfrm>
            <a:off x="347547" y="17868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8"/>
          <p:cNvSpPr/>
          <p:nvPr/>
        </p:nvSpPr>
        <p:spPr>
          <a:xfrm>
            <a:off x="8800793" y="41214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2" name="Google Shape;1142;p18"/>
          <p:cNvGrpSpPr/>
          <p:nvPr/>
        </p:nvGrpSpPr>
        <p:grpSpPr>
          <a:xfrm>
            <a:off x="7862937" y="-979250"/>
            <a:ext cx="1999366" cy="1996853"/>
            <a:chOff x="1261508" y="230234"/>
            <a:chExt cx="842548" cy="841489"/>
          </a:xfrm>
        </p:grpSpPr>
        <p:sp>
          <p:nvSpPr>
            <p:cNvPr id="1143" name="Google Shape;1143;p1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8" name="Google Shape;1148;p18"/>
          <p:cNvGrpSpPr/>
          <p:nvPr/>
        </p:nvGrpSpPr>
        <p:grpSpPr>
          <a:xfrm>
            <a:off x="3572325" y="4639550"/>
            <a:ext cx="1999366" cy="1996853"/>
            <a:chOff x="1261508" y="230234"/>
            <a:chExt cx="842548" cy="841489"/>
          </a:xfrm>
        </p:grpSpPr>
        <p:sp>
          <p:nvSpPr>
            <p:cNvPr id="1149" name="Google Shape;1149;p1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4" name="Google Shape;1154;p18"/>
          <p:cNvSpPr/>
          <p:nvPr/>
        </p:nvSpPr>
        <p:spPr>
          <a:xfrm>
            <a:off x="7482493" y="19535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5" name="Google Shape;1155;p18"/>
          <p:cNvGrpSpPr/>
          <p:nvPr/>
        </p:nvGrpSpPr>
        <p:grpSpPr>
          <a:xfrm>
            <a:off x="265347" y="4541306"/>
            <a:ext cx="287314" cy="379145"/>
            <a:chOff x="3216099" y="239444"/>
            <a:chExt cx="173751" cy="229285"/>
          </a:xfrm>
        </p:grpSpPr>
        <p:sp>
          <p:nvSpPr>
            <p:cNvPr id="1156" name="Google Shape;1156;p18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8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8" name="Google Shape;115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5_2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1" name="Google Shape;1161;p19"/>
          <p:cNvGrpSpPr/>
          <p:nvPr/>
        </p:nvGrpSpPr>
        <p:grpSpPr>
          <a:xfrm>
            <a:off x="3998594" y="4603371"/>
            <a:ext cx="1146819" cy="548812"/>
            <a:chOff x="126925" y="511427"/>
            <a:chExt cx="697154" cy="333625"/>
          </a:xfrm>
        </p:grpSpPr>
        <p:sp>
          <p:nvSpPr>
            <p:cNvPr id="1162" name="Google Shape;1162;p19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9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9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9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9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9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9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9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9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9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9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9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9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9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9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9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9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9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9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9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9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9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9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9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9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9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9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9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9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9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9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9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9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9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9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9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8" name="Google Shape;1198;p19"/>
          <p:cNvGrpSpPr/>
          <p:nvPr/>
        </p:nvGrpSpPr>
        <p:grpSpPr>
          <a:xfrm>
            <a:off x="246697" y="3664956"/>
            <a:ext cx="287314" cy="379145"/>
            <a:chOff x="3216099" y="239444"/>
            <a:chExt cx="173751" cy="229285"/>
          </a:xfrm>
        </p:grpSpPr>
        <p:sp>
          <p:nvSpPr>
            <p:cNvPr id="1199" name="Google Shape;1199;p19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9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1" name="Google Shape;1201;p19"/>
          <p:cNvGrpSpPr/>
          <p:nvPr/>
        </p:nvGrpSpPr>
        <p:grpSpPr>
          <a:xfrm>
            <a:off x="8517407" y="4662001"/>
            <a:ext cx="407031" cy="431553"/>
            <a:chOff x="5639106" y="643680"/>
            <a:chExt cx="246148" cy="260978"/>
          </a:xfrm>
        </p:grpSpPr>
        <p:sp>
          <p:nvSpPr>
            <p:cNvPr id="1202" name="Google Shape;1202;p19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9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4" name="Google Shape;1204;p19"/>
          <p:cNvSpPr/>
          <p:nvPr/>
        </p:nvSpPr>
        <p:spPr>
          <a:xfrm>
            <a:off x="533997" y="2282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19"/>
          <p:cNvSpPr/>
          <p:nvPr/>
        </p:nvSpPr>
        <p:spPr>
          <a:xfrm>
            <a:off x="8800806" y="442135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6" name="Google Shape;1206;p19"/>
          <p:cNvGrpSpPr/>
          <p:nvPr/>
        </p:nvGrpSpPr>
        <p:grpSpPr>
          <a:xfrm>
            <a:off x="8072550" y="-1051800"/>
            <a:ext cx="1999366" cy="1996853"/>
            <a:chOff x="1261508" y="230234"/>
            <a:chExt cx="842548" cy="841489"/>
          </a:xfrm>
        </p:grpSpPr>
        <p:sp>
          <p:nvSpPr>
            <p:cNvPr id="1207" name="Google Shape;1207;p1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2" name="Google Shape;1212;p19"/>
          <p:cNvGrpSpPr/>
          <p:nvPr/>
        </p:nvGrpSpPr>
        <p:grpSpPr>
          <a:xfrm>
            <a:off x="-781550" y="4337025"/>
            <a:ext cx="1999366" cy="1996853"/>
            <a:chOff x="1261508" y="230234"/>
            <a:chExt cx="842548" cy="841489"/>
          </a:xfrm>
        </p:grpSpPr>
        <p:sp>
          <p:nvSpPr>
            <p:cNvPr id="1213" name="Google Shape;1213;p1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19"/>
          <p:cNvGrpSpPr/>
          <p:nvPr/>
        </p:nvGrpSpPr>
        <p:grpSpPr>
          <a:xfrm>
            <a:off x="186832" y="289301"/>
            <a:ext cx="407031" cy="431553"/>
            <a:chOff x="5639106" y="643680"/>
            <a:chExt cx="246148" cy="260978"/>
          </a:xfrm>
        </p:grpSpPr>
        <p:sp>
          <p:nvSpPr>
            <p:cNvPr id="1219" name="Google Shape;1219;p19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9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1" name="Google Shape;1221;p19"/>
          <p:cNvGrpSpPr/>
          <p:nvPr/>
        </p:nvGrpSpPr>
        <p:grpSpPr>
          <a:xfrm>
            <a:off x="8644357" y="1017601"/>
            <a:ext cx="280103" cy="642303"/>
            <a:chOff x="5639106" y="643680"/>
            <a:chExt cx="169390" cy="388427"/>
          </a:xfrm>
        </p:grpSpPr>
        <p:sp>
          <p:nvSpPr>
            <p:cNvPr id="1222" name="Google Shape;1222;p19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9"/>
            <p:cNvSpPr/>
            <p:nvPr/>
          </p:nvSpPr>
          <p:spPr>
            <a:xfrm>
              <a:off x="5733964" y="923362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4" name="Google Shape;122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_2_1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2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27" name="Google Shape;1227;p20"/>
          <p:cNvGrpSpPr/>
          <p:nvPr/>
        </p:nvGrpSpPr>
        <p:grpSpPr>
          <a:xfrm>
            <a:off x="139694" y="123458"/>
            <a:ext cx="1146819" cy="548812"/>
            <a:chOff x="126925" y="511427"/>
            <a:chExt cx="697154" cy="333625"/>
          </a:xfrm>
        </p:grpSpPr>
        <p:sp>
          <p:nvSpPr>
            <p:cNvPr id="1228" name="Google Shape;1228;p20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0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0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0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0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0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0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0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0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0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0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0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0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0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0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0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0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0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0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0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0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0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0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0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0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0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0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0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0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0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0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0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0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0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0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0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4" name="Google Shape;1264;p20"/>
          <p:cNvGrpSpPr/>
          <p:nvPr/>
        </p:nvGrpSpPr>
        <p:grpSpPr>
          <a:xfrm>
            <a:off x="7580147" y="4764356"/>
            <a:ext cx="287314" cy="379145"/>
            <a:chOff x="3216099" y="239444"/>
            <a:chExt cx="173751" cy="229285"/>
          </a:xfrm>
        </p:grpSpPr>
        <p:sp>
          <p:nvSpPr>
            <p:cNvPr id="1265" name="Google Shape;1265;p20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0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7" name="Google Shape;1267;p20"/>
          <p:cNvGrpSpPr/>
          <p:nvPr/>
        </p:nvGrpSpPr>
        <p:grpSpPr>
          <a:xfrm>
            <a:off x="8561107" y="1364301"/>
            <a:ext cx="407031" cy="431553"/>
            <a:chOff x="5639106" y="643680"/>
            <a:chExt cx="246148" cy="260978"/>
          </a:xfrm>
        </p:grpSpPr>
        <p:sp>
          <p:nvSpPr>
            <p:cNvPr id="1268" name="Google Shape;1268;p20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0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0" name="Google Shape;1270;p20"/>
          <p:cNvSpPr/>
          <p:nvPr/>
        </p:nvSpPr>
        <p:spPr>
          <a:xfrm>
            <a:off x="2194172" y="1993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20"/>
          <p:cNvSpPr/>
          <p:nvPr/>
        </p:nvSpPr>
        <p:spPr>
          <a:xfrm>
            <a:off x="8878606" y="13298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2" name="Google Shape;1272;p20"/>
          <p:cNvGrpSpPr/>
          <p:nvPr/>
        </p:nvGrpSpPr>
        <p:grpSpPr>
          <a:xfrm>
            <a:off x="6384137" y="-1491225"/>
            <a:ext cx="1999366" cy="1996853"/>
            <a:chOff x="1261508" y="230234"/>
            <a:chExt cx="842548" cy="841489"/>
          </a:xfrm>
        </p:grpSpPr>
        <p:sp>
          <p:nvSpPr>
            <p:cNvPr id="1273" name="Google Shape;1273;p20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0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0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0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0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8" name="Google Shape;1278;p20"/>
          <p:cNvGrpSpPr/>
          <p:nvPr/>
        </p:nvGrpSpPr>
        <p:grpSpPr>
          <a:xfrm>
            <a:off x="760487" y="4646775"/>
            <a:ext cx="1999366" cy="1996853"/>
            <a:chOff x="1261508" y="230234"/>
            <a:chExt cx="842548" cy="841489"/>
          </a:xfrm>
        </p:grpSpPr>
        <p:sp>
          <p:nvSpPr>
            <p:cNvPr id="1279" name="Google Shape;1279;p20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0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0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0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0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0"/>
          <p:cNvGrpSpPr/>
          <p:nvPr/>
        </p:nvGrpSpPr>
        <p:grpSpPr>
          <a:xfrm rot="5400000">
            <a:off x="8208269" y="2297346"/>
            <a:ext cx="1146819" cy="548812"/>
            <a:chOff x="126925" y="511427"/>
            <a:chExt cx="697154" cy="333625"/>
          </a:xfrm>
        </p:grpSpPr>
        <p:sp>
          <p:nvSpPr>
            <p:cNvPr id="1285" name="Google Shape;1285;p20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0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0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0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0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0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0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0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0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0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0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0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0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0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0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0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0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0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0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0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0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0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0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0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0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0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0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0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0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0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0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0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0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0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0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0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1" name="Google Shape;1321;p20"/>
          <p:cNvGrpSpPr/>
          <p:nvPr/>
        </p:nvGrpSpPr>
        <p:grpSpPr>
          <a:xfrm>
            <a:off x="193707" y="4548401"/>
            <a:ext cx="407031" cy="431553"/>
            <a:chOff x="5639106" y="643680"/>
            <a:chExt cx="246148" cy="260978"/>
          </a:xfrm>
        </p:grpSpPr>
        <p:sp>
          <p:nvSpPr>
            <p:cNvPr id="1322" name="Google Shape;1322;p20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0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4" name="Google Shape;1324;p20"/>
          <p:cNvSpPr/>
          <p:nvPr/>
        </p:nvSpPr>
        <p:spPr>
          <a:xfrm>
            <a:off x="511206" y="45139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20"/>
          <p:cNvSpPr/>
          <p:nvPr/>
        </p:nvSpPr>
        <p:spPr>
          <a:xfrm>
            <a:off x="8634372" y="394535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8" name="Google Shape;1328;p21"/>
          <p:cNvGrpSpPr/>
          <p:nvPr/>
        </p:nvGrpSpPr>
        <p:grpSpPr>
          <a:xfrm>
            <a:off x="7403019" y="4389208"/>
            <a:ext cx="1146819" cy="548812"/>
            <a:chOff x="126925" y="511427"/>
            <a:chExt cx="697154" cy="333625"/>
          </a:xfrm>
        </p:grpSpPr>
        <p:sp>
          <p:nvSpPr>
            <p:cNvPr id="1329" name="Google Shape;1329;p21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1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1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1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1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1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1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1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1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1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1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1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1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1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1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1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1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1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1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1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1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1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1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1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1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1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1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1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1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1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1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1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1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1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1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1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5" name="Google Shape;1365;p21"/>
          <p:cNvGrpSpPr/>
          <p:nvPr/>
        </p:nvGrpSpPr>
        <p:grpSpPr>
          <a:xfrm>
            <a:off x="425797" y="350431"/>
            <a:ext cx="287314" cy="379145"/>
            <a:chOff x="3216099" y="239444"/>
            <a:chExt cx="173751" cy="229285"/>
          </a:xfrm>
        </p:grpSpPr>
        <p:sp>
          <p:nvSpPr>
            <p:cNvPr id="1366" name="Google Shape;1366;p21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1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8" name="Google Shape;1368;p21"/>
          <p:cNvSpPr/>
          <p:nvPr/>
        </p:nvSpPr>
        <p:spPr>
          <a:xfrm>
            <a:off x="209547" y="2231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9" name="Google Shape;1369;p21"/>
          <p:cNvGrpSpPr/>
          <p:nvPr/>
        </p:nvGrpSpPr>
        <p:grpSpPr>
          <a:xfrm>
            <a:off x="2849275" y="-684550"/>
            <a:ext cx="1999366" cy="1996853"/>
            <a:chOff x="1261508" y="230234"/>
            <a:chExt cx="842548" cy="841489"/>
          </a:xfrm>
        </p:grpSpPr>
        <p:sp>
          <p:nvSpPr>
            <p:cNvPr id="1370" name="Google Shape;1370;p2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5" name="Google Shape;1375;p21"/>
          <p:cNvGrpSpPr/>
          <p:nvPr/>
        </p:nvGrpSpPr>
        <p:grpSpPr>
          <a:xfrm>
            <a:off x="-716375" y="3982725"/>
            <a:ext cx="1999366" cy="1996853"/>
            <a:chOff x="1261508" y="230234"/>
            <a:chExt cx="842548" cy="841489"/>
          </a:xfrm>
        </p:grpSpPr>
        <p:sp>
          <p:nvSpPr>
            <p:cNvPr id="1376" name="Google Shape;1376;p2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1" name="Google Shape;1381;p21"/>
          <p:cNvGrpSpPr/>
          <p:nvPr/>
        </p:nvGrpSpPr>
        <p:grpSpPr>
          <a:xfrm>
            <a:off x="7772907" y="223101"/>
            <a:ext cx="407031" cy="431553"/>
            <a:chOff x="5639106" y="643680"/>
            <a:chExt cx="246148" cy="260978"/>
          </a:xfrm>
        </p:grpSpPr>
        <p:sp>
          <p:nvSpPr>
            <p:cNvPr id="1382" name="Google Shape;1382;p21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4" name="Google Shape;1384;p21"/>
          <p:cNvGrpSpPr/>
          <p:nvPr/>
        </p:nvGrpSpPr>
        <p:grpSpPr>
          <a:xfrm>
            <a:off x="8797272" y="3798656"/>
            <a:ext cx="287314" cy="379145"/>
            <a:chOff x="3216099" y="239444"/>
            <a:chExt cx="173751" cy="229285"/>
          </a:xfrm>
        </p:grpSpPr>
        <p:sp>
          <p:nvSpPr>
            <p:cNvPr id="1385" name="Google Shape;1385;p21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1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7" name="Google Shape;1387;p21"/>
          <p:cNvSpPr txBox="1"/>
          <p:nvPr>
            <p:ph type="title"/>
          </p:nvPr>
        </p:nvSpPr>
        <p:spPr>
          <a:xfrm>
            <a:off x="713100" y="1922550"/>
            <a:ext cx="3799200" cy="59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88" name="Google Shape;1388;p21"/>
          <p:cNvSpPr txBox="1"/>
          <p:nvPr>
            <p:ph idx="1" type="subTitle"/>
          </p:nvPr>
        </p:nvSpPr>
        <p:spPr>
          <a:xfrm>
            <a:off x="713100" y="2479581"/>
            <a:ext cx="3799200" cy="7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89" name="Google Shape;1389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_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22"/>
          <p:cNvGrpSpPr/>
          <p:nvPr/>
        </p:nvGrpSpPr>
        <p:grpSpPr>
          <a:xfrm>
            <a:off x="713094" y="4328971"/>
            <a:ext cx="1146819" cy="548812"/>
            <a:chOff x="126925" y="511427"/>
            <a:chExt cx="697154" cy="333625"/>
          </a:xfrm>
        </p:grpSpPr>
        <p:sp>
          <p:nvSpPr>
            <p:cNvPr id="1392" name="Google Shape;1392;p22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2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2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2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2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2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2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2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2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2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2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2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2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2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2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2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2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2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2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2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2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2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2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2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2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2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2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2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2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2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2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2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2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2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2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2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8" name="Google Shape;1428;p22"/>
          <p:cNvGrpSpPr/>
          <p:nvPr/>
        </p:nvGrpSpPr>
        <p:grpSpPr>
          <a:xfrm>
            <a:off x="1926437" y="-880450"/>
            <a:ext cx="1999366" cy="1996853"/>
            <a:chOff x="1261508" y="230234"/>
            <a:chExt cx="842548" cy="841489"/>
          </a:xfrm>
        </p:grpSpPr>
        <p:sp>
          <p:nvSpPr>
            <p:cNvPr id="1429" name="Google Shape;1429;p2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4" name="Google Shape;1434;p22"/>
          <p:cNvGrpSpPr/>
          <p:nvPr/>
        </p:nvGrpSpPr>
        <p:grpSpPr>
          <a:xfrm>
            <a:off x="7944050" y="4076375"/>
            <a:ext cx="1999366" cy="1996853"/>
            <a:chOff x="1261508" y="230234"/>
            <a:chExt cx="842548" cy="841489"/>
          </a:xfrm>
        </p:grpSpPr>
        <p:sp>
          <p:nvSpPr>
            <p:cNvPr id="1435" name="Google Shape;1435;p2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0" name="Google Shape;1440;p22"/>
          <p:cNvGrpSpPr/>
          <p:nvPr/>
        </p:nvGrpSpPr>
        <p:grpSpPr>
          <a:xfrm>
            <a:off x="8643260" y="367731"/>
            <a:ext cx="287314" cy="379145"/>
            <a:chOff x="3216099" y="239444"/>
            <a:chExt cx="173751" cy="229285"/>
          </a:xfrm>
        </p:grpSpPr>
        <p:sp>
          <p:nvSpPr>
            <p:cNvPr id="1441" name="Google Shape;1441;p22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2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3" name="Google Shape;1443;p22"/>
          <p:cNvGrpSpPr/>
          <p:nvPr/>
        </p:nvGrpSpPr>
        <p:grpSpPr>
          <a:xfrm>
            <a:off x="331897" y="350431"/>
            <a:ext cx="287314" cy="379145"/>
            <a:chOff x="3216099" y="239444"/>
            <a:chExt cx="173751" cy="229285"/>
          </a:xfrm>
        </p:grpSpPr>
        <p:sp>
          <p:nvSpPr>
            <p:cNvPr id="1444" name="Google Shape;1444;p22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2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6" name="Google Shape;1446;p22"/>
          <p:cNvSpPr/>
          <p:nvPr/>
        </p:nvSpPr>
        <p:spPr>
          <a:xfrm>
            <a:off x="8459472" y="273773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22"/>
          <p:cNvSpPr txBox="1"/>
          <p:nvPr>
            <p:ph type="title"/>
          </p:nvPr>
        </p:nvSpPr>
        <p:spPr>
          <a:xfrm>
            <a:off x="1600575" y="1778650"/>
            <a:ext cx="2651100" cy="6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48" name="Google Shape;1448;p22"/>
          <p:cNvSpPr txBox="1"/>
          <p:nvPr>
            <p:ph idx="1" type="subTitle"/>
          </p:nvPr>
        </p:nvSpPr>
        <p:spPr>
          <a:xfrm>
            <a:off x="1600475" y="2397706"/>
            <a:ext cx="2651100" cy="9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49" name="Google Shape;1449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_1_1"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1" name="Google Shape;1451;p23"/>
          <p:cNvGrpSpPr/>
          <p:nvPr/>
        </p:nvGrpSpPr>
        <p:grpSpPr>
          <a:xfrm rot="5400000">
            <a:off x="7850594" y="3192121"/>
            <a:ext cx="1146819" cy="548812"/>
            <a:chOff x="126925" y="511427"/>
            <a:chExt cx="697154" cy="333625"/>
          </a:xfrm>
        </p:grpSpPr>
        <p:sp>
          <p:nvSpPr>
            <p:cNvPr id="1452" name="Google Shape;1452;p2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2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2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2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2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8" name="Google Shape;1488;p23"/>
          <p:cNvGrpSpPr/>
          <p:nvPr/>
        </p:nvGrpSpPr>
        <p:grpSpPr>
          <a:xfrm>
            <a:off x="142497" y="160856"/>
            <a:ext cx="287314" cy="379145"/>
            <a:chOff x="3216099" y="239444"/>
            <a:chExt cx="173751" cy="229285"/>
          </a:xfrm>
        </p:grpSpPr>
        <p:sp>
          <p:nvSpPr>
            <p:cNvPr id="1489" name="Google Shape;1489;p23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3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1" name="Google Shape;1491;p23"/>
          <p:cNvGrpSpPr/>
          <p:nvPr/>
        </p:nvGrpSpPr>
        <p:grpSpPr>
          <a:xfrm>
            <a:off x="2777132" y="4296589"/>
            <a:ext cx="407031" cy="431553"/>
            <a:chOff x="5639106" y="643680"/>
            <a:chExt cx="246148" cy="260978"/>
          </a:xfrm>
        </p:grpSpPr>
        <p:sp>
          <p:nvSpPr>
            <p:cNvPr id="1492" name="Google Shape;1492;p23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3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4" name="Google Shape;1494;p23"/>
          <p:cNvSpPr/>
          <p:nvPr/>
        </p:nvSpPr>
        <p:spPr>
          <a:xfrm>
            <a:off x="350347" y="9444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5" name="Google Shape;1495;p23"/>
          <p:cNvGrpSpPr/>
          <p:nvPr/>
        </p:nvGrpSpPr>
        <p:grpSpPr>
          <a:xfrm>
            <a:off x="4504450" y="-778150"/>
            <a:ext cx="1999366" cy="1996853"/>
            <a:chOff x="1261508" y="230234"/>
            <a:chExt cx="842548" cy="841489"/>
          </a:xfrm>
        </p:grpSpPr>
        <p:sp>
          <p:nvSpPr>
            <p:cNvPr id="1496" name="Google Shape;1496;p2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1" name="Google Shape;1501;p23"/>
          <p:cNvGrpSpPr/>
          <p:nvPr/>
        </p:nvGrpSpPr>
        <p:grpSpPr>
          <a:xfrm>
            <a:off x="473925" y="4083725"/>
            <a:ext cx="1999366" cy="1996853"/>
            <a:chOff x="1261508" y="230234"/>
            <a:chExt cx="842548" cy="841489"/>
          </a:xfrm>
        </p:grpSpPr>
        <p:sp>
          <p:nvSpPr>
            <p:cNvPr id="1502" name="Google Shape;1502;p2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7" name="Google Shape;1507;p23"/>
          <p:cNvGrpSpPr/>
          <p:nvPr/>
        </p:nvGrpSpPr>
        <p:grpSpPr>
          <a:xfrm>
            <a:off x="8378857" y="381826"/>
            <a:ext cx="407031" cy="431553"/>
            <a:chOff x="5639106" y="643680"/>
            <a:chExt cx="246148" cy="260978"/>
          </a:xfrm>
        </p:grpSpPr>
        <p:sp>
          <p:nvSpPr>
            <p:cNvPr id="1508" name="Google Shape;1508;p23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3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0" name="Google Shape;1510;p23"/>
          <p:cNvGrpSpPr/>
          <p:nvPr/>
        </p:nvGrpSpPr>
        <p:grpSpPr>
          <a:xfrm>
            <a:off x="6682098" y="160849"/>
            <a:ext cx="339840" cy="351680"/>
            <a:chOff x="5679740" y="691983"/>
            <a:chExt cx="205515" cy="212676"/>
          </a:xfrm>
        </p:grpSpPr>
        <p:sp>
          <p:nvSpPr>
            <p:cNvPr id="1511" name="Google Shape;1511;p23"/>
            <p:cNvSpPr/>
            <p:nvPr/>
          </p:nvSpPr>
          <p:spPr>
            <a:xfrm>
              <a:off x="5679740" y="691983"/>
              <a:ext cx="88126" cy="104777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3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3" name="Google Shape;1513;p23"/>
          <p:cNvSpPr txBox="1"/>
          <p:nvPr>
            <p:ph type="title"/>
          </p:nvPr>
        </p:nvSpPr>
        <p:spPr>
          <a:xfrm>
            <a:off x="4959550" y="1810738"/>
            <a:ext cx="2500800" cy="63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14" name="Google Shape;1514;p23"/>
          <p:cNvSpPr txBox="1"/>
          <p:nvPr>
            <p:ph idx="1" type="subTitle"/>
          </p:nvPr>
        </p:nvSpPr>
        <p:spPr>
          <a:xfrm>
            <a:off x="4959550" y="2406418"/>
            <a:ext cx="2500800" cy="9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15" name="Google Shape;1515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2"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7" name="Google Shape;1517;p24"/>
          <p:cNvGrpSpPr/>
          <p:nvPr/>
        </p:nvGrpSpPr>
        <p:grpSpPr>
          <a:xfrm>
            <a:off x="139694" y="359571"/>
            <a:ext cx="1146819" cy="548812"/>
            <a:chOff x="126925" y="511427"/>
            <a:chExt cx="697154" cy="333625"/>
          </a:xfrm>
        </p:grpSpPr>
        <p:sp>
          <p:nvSpPr>
            <p:cNvPr id="1518" name="Google Shape;1518;p2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2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2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2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2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2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2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2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4" name="Google Shape;1554;p24"/>
          <p:cNvGrpSpPr/>
          <p:nvPr/>
        </p:nvGrpSpPr>
        <p:grpSpPr>
          <a:xfrm>
            <a:off x="7849225" y="-844375"/>
            <a:ext cx="1999366" cy="1996853"/>
            <a:chOff x="1261508" y="230234"/>
            <a:chExt cx="842548" cy="841489"/>
          </a:xfrm>
        </p:grpSpPr>
        <p:sp>
          <p:nvSpPr>
            <p:cNvPr id="1555" name="Google Shape;1555;p2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0" name="Google Shape;1560;p24"/>
          <p:cNvGrpSpPr/>
          <p:nvPr/>
        </p:nvGrpSpPr>
        <p:grpSpPr>
          <a:xfrm>
            <a:off x="1033125" y="4069175"/>
            <a:ext cx="1999366" cy="1996853"/>
            <a:chOff x="1261508" y="230234"/>
            <a:chExt cx="842548" cy="841489"/>
          </a:xfrm>
        </p:grpSpPr>
        <p:sp>
          <p:nvSpPr>
            <p:cNvPr id="1561" name="Google Shape;1561;p2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6" name="Google Shape;1566;p24"/>
          <p:cNvGrpSpPr/>
          <p:nvPr/>
        </p:nvGrpSpPr>
        <p:grpSpPr>
          <a:xfrm>
            <a:off x="6707047" y="62731"/>
            <a:ext cx="287314" cy="379145"/>
            <a:chOff x="3216099" y="239444"/>
            <a:chExt cx="173751" cy="229285"/>
          </a:xfrm>
        </p:grpSpPr>
        <p:sp>
          <p:nvSpPr>
            <p:cNvPr id="1567" name="Google Shape;1567;p2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9" name="Google Shape;1569;p24"/>
          <p:cNvGrpSpPr/>
          <p:nvPr/>
        </p:nvGrpSpPr>
        <p:grpSpPr>
          <a:xfrm>
            <a:off x="209247" y="4413806"/>
            <a:ext cx="287314" cy="379145"/>
            <a:chOff x="3216099" y="239444"/>
            <a:chExt cx="173751" cy="229285"/>
          </a:xfrm>
        </p:grpSpPr>
        <p:sp>
          <p:nvSpPr>
            <p:cNvPr id="1570" name="Google Shape;1570;p2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2" name="Google Shape;1572;p24"/>
          <p:cNvGrpSpPr/>
          <p:nvPr/>
        </p:nvGrpSpPr>
        <p:grpSpPr>
          <a:xfrm>
            <a:off x="8659297" y="1462375"/>
            <a:ext cx="255228" cy="341001"/>
            <a:chOff x="3216099" y="262511"/>
            <a:chExt cx="154347" cy="206217"/>
          </a:xfrm>
        </p:grpSpPr>
        <p:sp>
          <p:nvSpPr>
            <p:cNvPr id="1573" name="Google Shape;1573;p24"/>
            <p:cNvSpPr/>
            <p:nvPr/>
          </p:nvSpPr>
          <p:spPr>
            <a:xfrm>
              <a:off x="3278194" y="262511"/>
              <a:ext cx="92252" cy="109718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5" name="Google Shape;1575;p24"/>
          <p:cNvSpPr/>
          <p:nvPr/>
        </p:nvSpPr>
        <p:spPr>
          <a:xfrm>
            <a:off x="7117672" y="302648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6" name="Google Shape;1576;p24"/>
          <p:cNvGrpSpPr/>
          <p:nvPr/>
        </p:nvGrpSpPr>
        <p:grpSpPr>
          <a:xfrm rot="5400000">
            <a:off x="8124994" y="4016346"/>
            <a:ext cx="1146819" cy="548812"/>
            <a:chOff x="126925" y="511427"/>
            <a:chExt cx="697154" cy="333625"/>
          </a:xfrm>
        </p:grpSpPr>
        <p:sp>
          <p:nvSpPr>
            <p:cNvPr id="1577" name="Google Shape;1577;p2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2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2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3" name="Google Shape;1613;p24"/>
          <p:cNvSpPr txBox="1"/>
          <p:nvPr>
            <p:ph type="title"/>
          </p:nvPr>
        </p:nvSpPr>
        <p:spPr>
          <a:xfrm>
            <a:off x="1117450" y="1198913"/>
            <a:ext cx="3115500" cy="181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14" name="Google Shape;1614;p24"/>
          <p:cNvSpPr txBox="1"/>
          <p:nvPr>
            <p:ph idx="1" type="subTitle"/>
          </p:nvPr>
        </p:nvSpPr>
        <p:spPr>
          <a:xfrm>
            <a:off x="1117450" y="2960276"/>
            <a:ext cx="31155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15" name="Google Shape;1615;p24"/>
          <p:cNvSpPr/>
          <p:nvPr>
            <p:ph idx="2" type="pic"/>
          </p:nvPr>
        </p:nvSpPr>
        <p:spPr>
          <a:xfrm>
            <a:off x="4991225" y="1011600"/>
            <a:ext cx="3115500" cy="3120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16" name="Google Shape;161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2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9" name="Google Shape;1619;p25"/>
          <p:cNvSpPr txBox="1"/>
          <p:nvPr>
            <p:ph idx="1" type="body"/>
          </p:nvPr>
        </p:nvSpPr>
        <p:spPr>
          <a:xfrm>
            <a:off x="720000" y="1152475"/>
            <a:ext cx="77040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ivvic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9pPr>
          </a:lstStyle>
          <a:p/>
        </p:txBody>
      </p:sp>
      <p:grpSp>
        <p:nvGrpSpPr>
          <p:cNvPr id="1620" name="Google Shape;1620;p25"/>
          <p:cNvGrpSpPr/>
          <p:nvPr/>
        </p:nvGrpSpPr>
        <p:grpSpPr>
          <a:xfrm>
            <a:off x="7890969" y="97858"/>
            <a:ext cx="1146819" cy="548812"/>
            <a:chOff x="126925" y="511427"/>
            <a:chExt cx="697154" cy="333625"/>
          </a:xfrm>
        </p:grpSpPr>
        <p:sp>
          <p:nvSpPr>
            <p:cNvPr id="1621" name="Google Shape;1621;p25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5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5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5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5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5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5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5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5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5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5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5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5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5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5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5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5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5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5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5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25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5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5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5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5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7" name="Google Shape;1657;p25"/>
          <p:cNvGrpSpPr/>
          <p:nvPr/>
        </p:nvGrpSpPr>
        <p:grpSpPr>
          <a:xfrm>
            <a:off x="-975400" y="-1060500"/>
            <a:ext cx="1999366" cy="1996853"/>
            <a:chOff x="1261508" y="230234"/>
            <a:chExt cx="842548" cy="841489"/>
          </a:xfrm>
        </p:grpSpPr>
        <p:sp>
          <p:nvSpPr>
            <p:cNvPr id="1658" name="Google Shape;1658;p2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3" name="Google Shape;1663;p25"/>
          <p:cNvGrpSpPr/>
          <p:nvPr/>
        </p:nvGrpSpPr>
        <p:grpSpPr>
          <a:xfrm>
            <a:off x="3572312" y="4710325"/>
            <a:ext cx="1999366" cy="1996853"/>
            <a:chOff x="1261508" y="230234"/>
            <a:chExt cx="842548" cy="841489"/>
          </a:xfrm>
        </p:grpSpPr>
        <p:sp>
          <p:nvSpPr>
            <p:cNvPr id="1664" name="Google Shape;1664;p2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9" name="Google Shape;1669;p25"/>
          <p:cNvGrpSpPr/>
          <p:nvPr/>
        </p:nvGrpSpPr>
        <p:grpSpPr>
          <a:xfrm>
            <a:off x="8423997" y="4331181"/>
            <a:ext cx="287314" cy="379145"/>
            <a:chOff x="3216099" y="239444"/>
            <a:chExt cx="173751" cy="229285"/>
          </a:xfrm>
        </p:grpSpPr>
        <p:sp>
          <p:nvSpPr>
            <p:cNvPr id="1670" name="Google Shape;1670;p2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2" name="Google Shape;1672;p25"/>
          <p:cNvGrpSpPr/>
          <p:nvPr/>
        </p:nvGrpSpPr>
        <p:grpSpPr>
          <a:xfrm>
            <a:off x="274097" y="3318831"/>
            <a:ext cx="287314" cy="379145"/>
            <a:chOff x="3216099" y="239444"/>
            <a:chExt cx="173751" cy="229285"/>
          </a:xfrm>
        </p:grpSpPr>
        <p:sp>
          <p:nvSpPr>
            <p:cNvPr id="1673" name="Google Shape;1673;p2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5" name="Google Shape;1675;p25"/>
          <p:cNvGrpSpPr/>
          <p:nvPr/>
        </p:nvGrpSpPr>
        <p:grpSpPr>
          <a:xfrm>
            <a:off x="6894372" y="64125"/>
            <a:ext cx="255228" cy="341001"/>
            <a:chOff x="3216099" y="262511"/>
            <a:chExt cx="154347" cy="206217"/>
          </a:xfrm>
        </p:grpSpPr>
        <p:sp>
          <p:nvSpPr>
            <p:cNvPr id="1676" name="Google Shape;1676;p25"/>
            <p:cNvSpPr/>
            <p:nvPr/>
          </p:nvSpPr>
          <p:spPr>
            <a:xfrm>
              <a:off x="3278194" y="262511"/>
              <a:ext cx="92252" cy="109718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8" name="Google Shape;1678;p25"/>
          <p:cNvSpPr/>
          <p:nvPr/>
        </p:nvSpPr>
        <p:spPr>
          <a:xfrm>
            <a:off x="8622047" y="4682548"/>
            <a:ext cx="95270" cy="139230"/>
          </a:xfrm>
          <a:custGeom>
            <a:rect b="b" l="l" r="r" t="t"/>
            <a:pathLst>
              <a:path extrusionOk="0" h="2027" w="1387">
                <a:moveTo>
                  <a:pt x="696" y="0"/>
                </a:moveTo>
                <a:cubicBezTo>
                  <a:pt x="641" y="850"/>
                  <a:pt x="567" y="924"/>
                  <a:pt x="0" y="1004"/>
                </a:cubicBezTo>
                <a:cubicBezTo>
                  <a:pt x="567" y="1103"/>
                  <a:pt x="641" y="1183"/>
                  <a:pt x="696" y="2027"/>
                </a:cubicBezTo>
                <a:cubicBezTo>
                  <a:pt x="770" y="1183"/>
                  <a:pt x="820" y="1103"/>
                  <a:pt x="1386" y="1004"/>
                </a:cubicBezTo>
                <a:cubicBezTo>
                  <a:pt x="820" y="924"/>
                  <a:pt x="770" y="850"/>
                  <a:pt x="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1"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2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2" name="Google Shape;1682;p26"/>
          <p:cNvSpPr txBox="1"/>
          <p:nvPr>
            <p:ph idx="1" type="subTitle"/>
          </p:nvPr>
        </p:nvSpPr>
        <p:spPr>
          <a:xfrm>
            <a:off x="1857600" y="3906483"/>
            <a:ext cx="24897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83" name="Google Shape;1683;p26"/>
          <p:cNvSpPr txBox="1"/>
          <p:nvPr>
            <p:ph idx="2" type="subTitle"/>
          </p:nvPr>
        </p:nvSpPr>
        <p:spPr>
          <a:xfrm>
            <a:off x="4796728" y="3906483"/>
            <a:ext cx="2489700" cy="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84" name="Google Shape;1684;p26"/>
          <p:cNvSpPr txBox="1"/>
          <p:nvPr>
            <p:ph idx="3" type="subTitle"/>
          </p:nvPr>
        </p:nvSpPr>
        <p:spPr>
          <a:xfrm>
            <a:off x="1857588" y="3504000"/>
            <a:ext cx="2489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5" name="Google Shape;1685;p26"/>
          <p:cNvSpPr txBox="1"/>
          <p:nvPr>
            <p:ph idx="4" type="subTitle"/>
          </p:nvPr>
        </p:nvSpPr>
        <p:spPr>
          <a:xfrm>
            <a:off x="4796720" y="3504000"/>
            <a:ext cx="2489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86" name="Google Shape;1686;p26"/>
          <p:cNvGrpSpPr/>
          <p:nvPr/>
        </p:nvGrpSpPr>
        <p:grpSpPr>
          <a:xfrm>
            <a:off x="7615119" y="4454096"/>
            <a:ext cx="1146819" cy="548812"/>
            <a:chOff x="126925" y="511427"/>
            <a:chExt cx="697154" cy="333625"/>
          </a:xfrm>
        </p:grpSpPr>
        <p:sp>
          <p:nvSpPr>
            <p:cNvPr id="1687" name="Google Shape;1687;p2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2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2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2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2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2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2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2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2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2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2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2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2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2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2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2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2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2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2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3" name="Google Shape;1723;p26"/>
          <p:cNvGrpSpPr/>
          <p:nvPr/>
        </p:nvGrpSpPr>
        <p:grpSpPr>
          <a:xfrm>
            <a:off x="-747725" y="-696475"/>
            <a:ext cx="1999366" cy="1996853"/>
            <a:chOff x="1261508" y="230234"/>
            <a:chExt cx="842548" cy="841489"/>
          </a:xfrm>
        </p:grpSpPr>
        <p:sp>
          <p:nvSpPr>
            <p:cNvPr id="1724" name="Google Shape;1724;p2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9" name="Google Shape;1729;p26"/>
          <p:cNvGrpSpPr/>
          <p:nvPr/>
        </p:nvGrpSpPr>
        <p:grpSpPr>
          <a:xfrm>
            <a:off x="371275" y="4603375"/>
            <a:ext cx="1999366" cy="1996853"/>
            <a:chOff x="1261508" y="230234"/>
            <a:chExt cx="842548" cy="841489"/>
          </a:xfrm>
        </p:grpSpPr>
        <p:sp>
          <p:nvSpPr>
            <p:cNvPr id="1730" name="Google Shape;1730;p2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5" name="Google Shape;1735;p26"/>
          <p:cNvGrpSpPr/>
          <p:nvPr/>
        </p:nvGrpSpPr>
        <p:grpSpPr>
          <a:xfrm rot="5400000">
            <a:off x="139694" y="1780696"/>
            <a:ext cx="1146819" cy="548812"/>
            <a:chOff x="126925" y="511427"/>
            <a:chExt cx="697154" cy="333625"/>
          </a:xfrm>
        </p:grpSpPr>
        <p:sp>
          <p:nvSpPr>
            <p:cNvPr id="1736" name="Google Shape;1736;p26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6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6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6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6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6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6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6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6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6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6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6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6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6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6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6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6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6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6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6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6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6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6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6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6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6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6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6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6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6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6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6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6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6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6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6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2" name="Google Shape;1772;p26"/>
          <p:cNvGrpSpPr/>
          <p:nvPr/>
        </p:nvGrpSpPr>
        <p:grpSpPr>
          <a:xfrm>
            <a:off x="8215725" y="2106475"/>
            <a:ext cx="1999366" cy="1996853"/>
            <a:chOff x="1261508" y="230234"/>
            <a:chExt cx="842548" cy="841489"/>
          </a:xfrm>
        </p:grpSpPr>
        <p:sp>
          <p:nvSpPr>
            <p:cNvPr id="1773" name="Google Shape;1773;p26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6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6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6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6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8" name="Google Shape;177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1_1"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0" name="Google Shape;1780;p27"/>
          <p:cNvGrpSpPr/>
          <p:nvPr/>
        </p:nvGrpSpPr>
        <p:grpSpPr>
          <a:xfrm>
            <a:off x="1424222" y="246181"/>
            <a:ext cx="287314" cy="379145"/>
            <a:chOff x="3216099" y="239444"/>
            <a:chExt cx="173751" cy="229285"/>
          </a:xfrm>
        </p:grpSpPr>
        <p:sp>
          <p:nvSpPr>
            <p:cNvPr id="1781" name="Google Shape;1781;p27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7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3" name="Google Shape;1783;p27"/>
          <p:cNvGrpSpPr/>
          <p:nvPr/>
        </p:nvGrpSpPr>
        <p:grpSpPr>
          <a:xfrm flipH="1">
            <a:off x="-954450" y="-803850"/>
            <a:ext cx="1999366" cy="1996853"/>
            <a:chOff x="1261508" y="230234"/>
            <a:chExt cx="842548" cy="841489"/>
          </a:xfrm>
        </p:grpSpPr>
        <p:sp>
          <p:nvSpPr>
            <p:cNvPr id="1784" name="Google Shape;1784;p2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9" name="Google Shape;1789;p27"/>
          <p:cNvGrpSpPr/>
          <p:nvPr/>
        </p:nvGrpSpPr>
        <p:grpSpPr>
          <a:xfrm flipH="1">
            <a:off x="7947025" y="3978225"/>
            <a:ext cx="1999366" cy="1996853"/>
            <a:chOff x="1261508" y="230234"/>
            <a:chExt cx="842548" cy="841489"/>
          </a:xfrm>
        </p:grpSpPr>
        <p:sp>
          <p:nvSpPr>
            <p:cNvPr id="1790" name="Google Shape;1790;p27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7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7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7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7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5" name="Google Shape;1795;p2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6" name="Google Shape;1796;p27"/>
          <p:cNvSpPr txBox="1"/>
          <p:nvPr>
            <p:ph idx="1" type="subTitle"/>
          </p:nvPr>
        </p:nvSpPr>
        <p:spPr>
          <a:xfrm>
            <a:off x="720000" y="1570175"/>
            <a:ext cx="3702600" cy="23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97" name="Google Shape;1797;p27"/>
          <p:cNvSpPr txBox="1"/>
          <p:nvPr>
            <p:ph idx="2" type="subTitle"/>
          </p:nvPr>
        </p:nvSpPr>
        <p:spPr>
          <a:xfrm>
            <a:off x="4721388" y="1570175"/>
            <a:ext cx="3702600" cy="23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98" name="Google Shape;179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7_2"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0" name="Google Shape;1800;p28"/>
          <p:cNvGrpSpPr/>
          <p:nvPr/>
        </p:nvGrpSpPr>
        <p:grpSpPr>
          <a:xfrm>
            <a:off x="139694" y="265596"/>
            <a:ext cx="1146819" cy="548812"/>
            <a:chOff x="126925" y="511427"/>
            <a:chExt cx="697154" cy="333625"/>
          </a:xfrm>
        </p:grpSpPr>
        <p:sp>
          <p:nvSpPr>
            <p:cNvPr id="1801" name="Google Shape;1801;p28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28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8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8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8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8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8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8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8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8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8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8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8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8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8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8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8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8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8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8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8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8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8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8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8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8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8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8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8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8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28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28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8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8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8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8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7" name="Google Shape;1837;p28"/>
          <p:cNvGrpSpPr/>
          <p:nvPr/>
        </p:nvGrpSpPr>
        <p:grpSpPr>
          <a:xfrm>
            <a:off x="519708" y="4187416"/>
            <a:ext cx="297892" cy="415961"/>
            <a:chOff x="4872628" y="1304490"/>
            <a:chExt cx="180147" cy="251548"/>
          </a:xfrm>
        </p:grpSpPr>
        <p:sp>
          <p:nvSpPr>
            <p:cNvPr id="1838" name="Google Shape;1838;p28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28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0" name="Google Shape;1840;p28"/>
          <p:cNvGrpSpPr/>
          <p:nvPr/>
        </p:nvGrpSpPr>
        <p:grpSpPr>
          <a:xfrm>
            <a:off x="8263457" y="4033226"/>
            <a:ext cx="407031" cy="431553"/>
            <a:chOff x="5639106" y="643680"/>
            <a:chExt cx="246148" cy="260978"/>
          </a:xfrm>
        </p:grpSpPr>
        <p:sp>
          <p:nvSpPr>
            <p:cNvPr id="1841" name="Google Shape;1841;p28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8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3" name="Google Shape;1843;p28"/>
          <p:cNvSpPr/>
          <p:nvPr/>
        </p:nvSpPr>
        <p:spPr>
          <a:xfrm>
            <a:off x="8737725" y="366940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4" name="Google Shape;1844;p28"/>
          <p:cNvGrpSpPr/>
          <p:nvPr/>
        </p:nvGrpSpPr>
        <p:grpSpPr>
          <a:xfrm>
            <a:off x="7733025" y="-799800"/>
            <a:ext cx="1999366" cy="1996853"/>
            <a:chOff x="1261508" y="230234"/>
            <a:chExt cx="842548" cy="841489"/>
          </a:xfrm>
        </p:grpSpPr>
        <p:sp>
          <p:nvSpPr>
            <p:cNvPr id="1845" name="Google Shape;1845;p2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0" name="Google Shape;1850;p28"/>
          <p:cNvGrpSpPr/>
          <p:nvPr/>
        </p:nvGrpSpPr>
        <p:grpSpPr>
          <a:xfrm>
            <a:off x="3572325" y="4415050"/>
            <a:ext cx="1999366" cy="1996853"/>
            <a:chOff x="1261508" y="230234"/>
            <a:chExt cx="842548" cy="841489"/>
          </a:xfrm>
        </p:grpSpPr>
        <p:sp>
          <p:nvSpPr>
            <p:cNvPr id="1851" name="Google Shape;1851;p28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8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8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8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8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6" name="Google Shape;1856;p2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7" name="Google Shape;1857;p28"/>
          <p:cNvSpPr txBox="1"/>
          <p:nvPr>
            <p:ph idx="1" type="subTitle"/>
          </p:nvPr>
        </p:nvSpPr>
        <p:spPr>
          <a:xfrm>
            <a:off x="1133075" y="2976424"/>
            <a:ext cx="1997700" cy="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58" name="Google Shape;1858;p28"/>
          <p:cNvSpPr txBox="1"/>
          <p:nvPr>
            <p:ph idx="2" type="subTitle"/>
          </p:nvPr>
        </p:nvSpPr>
        <p:spPr>
          <a:xfrm>
            <a:off x="6013178" y="2976424"/>
            <a:ext cx="1997700" cy="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59" name="Google Shape;1859;p28"/>
          <p:cNvSpPr txBox="1"/>
          <p:nvPr>
            <p:ph idx="3" type="subTitle"/>
          </p:nvPr>
        </p:nvSpPr>
        <p:spPr>
          <a:xfrm>
            <a:off x="3573109" y="2976424"/>
            <a:ext cx="1997700" cy="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60" name="Google Shape;1860;p28"/>
          <p:cNvSpPr txBox="1"/>
          <p:nvPr>
            <p:ph idx="4" type="subTitle"/>
          </p:nvPr>
        </p:nvSpPr>
        <p:spPr>
          <a:xfrm>
            <a:off x="1133075" y="2571750"/>
            <a:ext cx="1997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1" name="Google Shape;1861;p28"/>
          <p:cNvSpPr txBox="1"/>
          <p:nvPr>
            <p:ph idx="5" type="subTitle"/>
          </p:nvPr>
        </p:nvSpPr>
        <p:spPr>
          <a:xfrm>
            <a:off x="3573116" y="2571750"/>
            <a:ext cx="1997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2" name="Google Shape;1862;p28"/>
          <p:cNvSpPr txBox="1"/>
          <p:nvPr>
            <p:ph idx="6" type="subTitle"/>
          </p:nvPr>
        </p:nvSpPr>
        <p:spPr>
          <a:xfrm>
            <a:off x="6013194" y="2571750"/>
            <a:ext cx="1997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3" name="Google Shape;186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0_1"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5" name="Google Shape;1865;p29"/>
          <p:cNvGrpSpPr/>
          <p:nvPr/>
        </p:nvGrpSpPr>
        <p:grpSpPr>
          <a:xfrm>
            <a:off x="3998594" y="4413571"/>
            <a:ext cx="1146819" cy="548812"/>
            <a:chOff x="126925" y="511427"/>
            <a:chExt cx="697154" cy="333625"/>
          </a:xfrm>
        </p:grpSpPr>
        <p:sp>
          <p:nvSpPr>
            <p:cNvPr id="1866" name="Google Shape;1866;p29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9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9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9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9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9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9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9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9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9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9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9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9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9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9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9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9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9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9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9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9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9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9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9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9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9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9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9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9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9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9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9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9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9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9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9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2" name="Google Shape;1902;p29"/>
          <p:cNvGrpSpPr/>
          <p:nvPr/>
        </p:nvGrpSpPr>
        <p:grpSpPr>
          <a:xfrm>
            <a:off x="202283" y="3862791"/>
            <a:ext cx="297892" cy="415961"/>
            <a:chOff x="4872628" y="1304490"/>
            <a:chExt cx="180147" cy="251548"/>
          </a:xfrm>
        </p:grpSpPr>
        <p:sp>
          <p:nvSpPr>
            <p:cNvPr id="1903" name="Google Shape;1903;p29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9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5" name="Google Shape;1905;p29"/>
          <p:cNvGrpSpPr/>
          <p:nvPr/>
        </p:nvGrpSpPr>
        <p:grpSpPr>
          <a:xfrm>
            <a:off x="283775" y="317151"/>
            <a:ext cx="271652" cy="377428"/>
            <a:chOff x="6473622" y="258634"/>
            <a:chExt cx="164279" cy="228246"/>
          </a:xfrm>
        </p:grpSpPr>
        <p:sp>
          <p:nvSpPr>
            <p:cNvPr id="1906" name="Google Shape;1906;p29"/>
            <p:cNvSpPr/>
            <p:nvPr/>
          </p:nvSpPr>
          <p:spPr>
            <a:xfrm>
              <a:off x="6473622" y="258634"/>
              <a:ext cx="131300" cy="155849"/>
            </a:xfrm>
            <a:custGeom>
              <a:rect b="b" l="l" r="r" t="t"/>
              <a:pathLst>
                <a:path extrusionOk="0" h="3752" w="3161">
                  <a:moveTo>
                    <a:pt x="1571" y="1"/>
                  </a:moveTo>
                  <a:cubicBezTo>
                    <a:pt x="1442" y="1541"/>
                    <a:pt x="1312" y="1695"/>
                    <a:pt x="0" y="1879"/>
                  </a:cubicBezTo>
                  <a:cubicBezTo>
                    <a:pt x="1312" y="2058"/>
                    <a:pt x="1442" y="2187"/>
                    <a:pt x="1571" y="3752"/>
                  </a:cubicBezTo>
                  <a:cubicBezTo>
                    <a:pt x="1725" y="2187"/>
                    <a:pt x="1848" y="2058"/>
                    <a:pt x="3160" y="1879"/>
                  </a:cubicBezTo>
                  <a:cubicBezTo>
                    <a:pt x="1848" y="1695"/>
                    <a:pt x="1725" y="154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9"/>
            <p:cNvSpPr/>
            <p:nvPr/>
          </p:nvSpPr>
          <p:spPr>
            <a:xfrm>
              <a:off x="6580288" y="402684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7" y="1"/>
                  </a:moveTo>
                  <a:cubicBezTo>
                    <a:pt x="617" y="844"/>
                    <a:pt x="568" y="924"/>
                    <a:pt x="1" y="1029"/>
                  </a:cubicBezTo>
                  <a:cubicBezTo>
                    <a:pt x="568" y="1128"/>
                    <a:pt x="617" y="1208"/>
                    <a:pt x="697" y="2027"/>
                  </a:cubicBezTo>
                  <a:cubicBezTo>
                    <a:pt x="746" y="1208"/>
                    <a:pt x="795" y="1128"/>
                    <a:pt x="1387" y="1029"/>
                  </a:cubicBezTo>
                  <a:cubicBezTo>
                    <a:pt x="795" y="924"/>
                    <a:pt x="746" y="844"/>
                    <a:pt x="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8" name="Google Shape;1908;p29"/>
          <p:cNvGrpSpPr/>
          <p:nvPr/>
        </p:nvGrpSpPr>
        <p:grpSpPr>
          <a:xfrm>
            <a:off x="8566432" y="4376151"/>
            <a:ext cx="407031" cy="431553"/>
            <a:chOff x="5639106" y="643680"/>
            <a:chExt cx="246148" cy="260978"/>
          </a:xfrm>
        </p:grpSpPr>
        <p:sp>
          <p:nvSpPr>
            <p:cNvPr id="1909" name="Google Shape;1909;p29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9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1" name="Google Shape;1911;p29"/>
          <p:cNvSpPr/>
          <p:nvPr/>
        </p:nvSpPr>
        <p:spPr>
          <a:xfrm>
            <a:off x="8362387" y="478035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2" name="Google Shape;1912;p29"/>
          <p:cNvGrpSpPr/>
          <p:nvPr/>
        </p:nvGrpSpPr>
        <p:grpSpPr>
          <a:xfrm>
            <a:off x="8029250" y="1573325"/>
            <a:ext cx="1999366" cy="1996853"/>
            <a:chOff x="1261508" y="230234"/>
            <a:chExt cx="842548" cy="841489"/>
          </a:xfrm>
        </p:grpSpPr>
        <p:sp>
          <p:nvSpPr>
            <p:cNvPr id="1913" name="Google Shape;1913;p2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2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2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2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8" name="Google Shape;1918;p29"/>
          <p:cNvGrpSpPr/>
          <p:nvPr/>
        </p:nvGrpSpPr>
        <p:grpSpPr>
          <a:xfrm>
            <a:off x="-884613" y="1581163"/>
            <a:ext cx="1999366" cy="1996853"/>
            <a:chOff x="1261508" y="230234"/>
            <a:chExt cx="842548" cy="841489"/>
          </a:xfrm>
        </p:grpSpPr>
        <p:sp>
          <p:nvSpPr>
            <p:cNvPr id="1919" name="Google Shape;1919;p29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29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29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29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29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4" name="Google Shape;1924;p29"/>
          <p:cNvGrpSpPr/>
          <p:nvPr/>
        </p:nvGrpSpPr>
        <p:grpSpPr>
          <a:xfrm>
            <a:off x="8424008" y="962816"/>
            <a:ext cx="297892" cy="415961"/>
            <a:chOff x="4872628" y="1304490"/>
            <a:chExt cx="180147" cy="251548"/>
          </a:xfrm>
        </p:grpSpPr>
        <p:sp>
          <p:nvSpPr>
            <p:cNvPr id="1925" name="Google Shape;1925;p29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29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7" name="Google Shape;1927;p29"/>
          <p:cNvSpPr/>
          <p:nvPr/>
        </p:nvSpPr>
        <p:spPr>
          <a:xfrm>
            <a:off x="8111712" y="19515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2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29" name="Google Shape;1929;p29"/>
          <p:cNvSpPr txBox="1"/>
          <p:nvPr>
            <p:ph idx="1" type="subTitle"/>
          </p:nvPr>
        </p:nvSpPr>
        <p:spPr>
          <a:xfrm>
            <a:off x="2014342" y="2024147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30" name="Google Shape;1930;p29"/>
          <p:cNvSpPr txBox="1"/>
          <p:nvPr>
            <p:ph idx="2" type="subTitle"/>
          </p:nvPr>
        </p:nvSpPr>
        <p:spPr>
          <a:xfrm>
            <a:off x="5009053" y="2024147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31" name="Google Shape;1931;p29"/>
          <p:cNvSpPr txBox="1"/>
          <p:nvPr>
            <p:ph idx="3" type="subTitle"/>
          </p:nvPr>
        </p:nvSpPr>
        <p:spPr>
          <a:xfrm>
            <a:off x="2014250" y="3585573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32" name="Google Shape;1932;p29"/>
          <p:cNvSpPr txBox="1"/>
          <p:nvPr>
            <p:ph idx="4" type="subTitle"/>
          </p:nvPr>
        </p:nvSpPr>
        <p:spPr>
          <a:xfrm>
            <a:off x="5008925" y="3585573"/>
            <a:ext cx="2120700" cy="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33" name="Google Shape;1933;p29"/>
          <p:cNvSpPr txBox="1"/>
          <p:nvPr>
            <p:ph idx="5" type="subTitle"/>
          </p:nvPr>
        </p:nvSpPr>
        <p:spPr>
          <a:xfrm>
            <a:off x="2014200" y="1630731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4" name="Google Shape;1934;p29"/>
          <p:cNvSpPr txBox="1"/>
          <p:nvPr>
            <p:ph idx="6" type="subTitle"/>
          </p:nvPr>
        </p:nvSpPr>
        <p:spPr>
          <a:xfrm>
            <a:off x="5008846" y="1630731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5" name="Google Shape;1935;p29"/>
          <p:cNvSpPr txBox="1"/>
          <p:nvPr>
            <p:ph idx="7" type="subTitle"/>
          </p:nvPr>
        </p:nvSpPr>
        <p:spPr>
          <a:xfrm>
            <a:off x="2014200" y="3179106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6" name="Google Shape;1936;p29"/>
          <p:cNvSpPr txBox="1"/>
          <p:nvPr>
            <p:ph idx="8" type="subTitle"/>
          </p:nvPr>
        </p:nvSpPr>
        <p:spPr>
          <a:xfrm>
            <a:off x="5008846" y="3179106"/>
            <a:ext cx="21207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7" name="Google Shape;193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9" name="Google Shape;1939;p30"/>
          <p:cNvGrpSpPr/>
          <p:nvPr/>
        </p:nvGrpSpPr>
        <p:grpSpPr>
          <a:xfrm rot="5400000">
            <a:off x="8213607" y="2462873"/>
            <a:ext cx="1146819" cy="548812"/>
            <a:chOff x="126925" y="511427"/>
            <a:chExt cx="697154" cy="333625"/>
          </a:xfrm>
        </p:grpSpPr>
        <p:sp>
          <p:nvSpPr>
            <p:cNvPr id="1940" name="Google Shape;1940;p30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0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0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0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0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0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0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0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0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0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0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0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0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0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0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0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0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0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0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0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0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0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0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0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0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0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0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0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0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0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0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0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0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0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0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0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6" name="Google Shape;1976;p30"/>
          <p:cNvGrpSpPr/>
          <p:nvPr/>
        </p:nvGrpSpPr>
        <p:grpSpPr>
          <a:xfrm>
            <a:off x="332158" y="332016"/>
            <a:ext cx="297892" cy="415961"/>
            <a:chOff x="4872628" y="1304490"/>
            <a:chExt cx="180147" cy="251548"/>
          </a:xfrm>
        </p:grpSpPr>
        <p:sp>
          <p:nvSpPr>
            <p:cNvPr id="1977" name="Google Shape;1977;p30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0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9" name="Google Shape;1979;p30"/>
          <p:cNvGrpSpPr/>
          <p:nvPr/>
        </p:nvGrpSpPr>
        <p:grpSpPr>
          <a:xfrm>
            <a:off x="8424107" y="4464776"/>
            <a:ext cx="407031" cy="431553"/>
            <a:chOff x="5639106" y="643680"/>
            <a:chExt cx="246148" cy="260978"/>
          </a:xfrm>
        </p:grpSpPr>
        <p:sp>
          <p:nvSpPr>
            <p:cNvPr id="1980" name="Google Shape;1980;p30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0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2" name="Google Shape;1982;p30"/>
          <p:cNvSpPr/>
          <p:nvPr/>
        </p:nvSpPr>
        <p:spPr>
          <a:xfrm>
            <a:off x="8788225" y="4282750"/>
            <a:ext cx="123225" cy="182022"/>
          </a:xfrm>
          <a:custGeom>
            <a:rect b="b" l="l" r="r" t="t"/>
            <a:pathLst>
              <a:path extrusionOk="0" h="2650" w="1794">
                <a:moveTo>
                  <a:pt x="900" y="1"/>
                </a:moveTo>
                <a:cubicBezTo>
                  <a:pt x="820" y="1109"/>
                  <a:pt x="746" y="1208"/>
                  <a:pt x="1" y="1337"/>
                </a:cubicBezTo>
                <a:cubicBezTo>
                  <a:pt x="746" y="1467"/>
                  <a:pt x="820" y="1541"/>
                  <a:pt x="900" y="2649"/>
                </a:cubicBezTo>
                <a:cubicBezTo>
                  <a:pt x="999" y="1541"/>
                  <a:pt x="1054" y="1467"/>
                  <a:pt x="1793" y="1337"/>
                </a:cubicBezTo>
                <a:cubicBezTo>
                  <a:pt x="1054" y="1208"/>
                  <a:pt x="999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3" name="Google Shape;1983;p30"/>
          <p:cNvGrpSpPr/>
          <p:nvPr/>
        </p:nvGrpSpPr>
        <p:grpSpPr>
          <a:xfrm>
            <a:off x="7884525" y="-1045050"/>
            <a:ext cx="1999366" cy="1996853"/>
            <a:chOff x="1261508" y="230234"/>
            <a:chExt cx="842548" cy="841489"/>
          </a:xfrm>
        </p:grpSpPr>
        <p:sp>
          <p:nvSpPr>
            <p:cNvPr id="1984" name="Google Shape;1984;p30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0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0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0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0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9" name="Google Shape;1989;p30"/>
          <p:cNvGrpSpPr/>
          <p:nvPr/>
        </p:nvGrpSpPr>
        <p:grpSpPr>
          <a:xfrm>
            <a:off x="-748838" y="4090750"/>
            <a:ext cx="1999366" cy="1996853"/>
            <a:chOff x="1261508" y="230234"/>
            <a:chExt cx="842548" cy="841489"/>
          </a:xfrm>
        </p:grpSpPr>
        <p:sp>
          <p:nvSpPr>
            <p:cNvPr id="1990" name="Google Shape;1990;p30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0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0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0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0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5" name="Google Shape;1995;p30"/>
          <p:cNvGrpSpPr/>
          <p:nvPr/>
        </p:nvGrpSpPr>
        <p:grpSpPr>
          <a:xfrm rot="5400000">
            <a:off x="-216318" y="2462873"/>
            <a:ext cx="1146819" cy="548812"/>
            <a:chOff x="126925" y="511427"/>
            <a:chExt cx="697154" cy="333625"/>
          </a:xfrm>
        </p:grpSpPr>
        <p:sp>
          <p:nvSpPr>
            <p:cNvPr id="1996" name="Google Shape;1996;p30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0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0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0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0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0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0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0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0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0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30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30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0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0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0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0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0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0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0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0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0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0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0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0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0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0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0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0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0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0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0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0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0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0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0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0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2" name="Google Shape;2032;p3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33" name="Google Shape;2033;p30"/>
          <p:cNvSpPr txBox="1"/>
          <p:nvPr>
            <p:ph idx="1" type="subTitle"/>
          </p:nvPr>
        </p:nvSpPr>
        <p:spPr>
          <a:xfrm>
            <a:off x="720025" y="200047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34" name="Google Shape;2034;p30"/>
          <p:cNvSpPr txBox="1"/>
          <p:nvPr>
            <p:ph idx="2" type="subTitle"/>
          </p:nvPr>
        </p:nvSpPr>
        <p:spPr>
          <a:xfrm>
            <a:off x="3412848" y="200047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35" name="Google Shape;2035;p30"/>
          <p:cNvSpPr txBox="1"/>
          <p:nvPr>
            <p:ph idx="3" type="subTitle"/>
          </p:nvPr>
        </p:nvSpPr>
        <p:spPr>
          <a:xfrm>
            <a:off x="6105671" y="200047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36" name="Google Shape;2036;p30"/>
          <p:cNvSpPr txBox="1"/>
          <p:nvPr>
            <p:ph idx="4" type="subTitle"/>
          </p:nvPr>
        </p:nvSpPr>
        <p:spPr>
          <a:xfrm>
            <a:off x="720025" y="345752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37" name="Google Shape;2037;p30"/>
          <p:cNvSpPr txBox="1"/>
          <p:nvPr>
            <p:ph idx="5" type="subTitle"/>
          </p:nvPr>
        </p:nvSpPr>
        <p:spPr>
          <a:xfrm>
            <a:off x="3412848" y="345752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38" name="Google Shape;2038;p30"/>
          <p:cNvSpPr txBox="1"/>
          <p:nvPr>
            <p:ph idx="6" type="subTitle"/>
          </p:nvPr>
        </p:nvSpPr>
        <p:spPr>
          <a:xfrm>
            <a:off x="6105671" y="3457521"/>
            <a:ext cx="23184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39" name="Google Shape;2039;p30"/>
          <p:cNvSpPr txBox="1"/>
          <p:nvPr>
            <p:ph idx="7" type="subTitle"/>
          </p:nvPr>
        </p:nvSpPr>
        <p:spPr>
          <a:xfrm>
            <a:off x="720025" y="1593988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0" name="Google Shape;2040;p30"/>
          <p:cNvSpPr txBox="1"/>
          <p:nvPr>
            <p:ph idx="8" type="subTitle"/>
          </p:nvPr>
        </p:nvSpPr>
        <p:spPr>
          <a:xfrm>
            <a:off x="3412853" y="1593988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1" name="Google Shape;2041;p30"/>
          <p:cNvSpPr txBox="1"/>
          <p:nvPr>
            <p:ph idx="9" type="subTitle"/>
          </p:nvPr>
        </p:nvSpPr>
        <p:spPr>
          <a:xfrm>
            <a:off x="6105696" y="1593988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2" name="Google Shape;2042;p30"/>
          <p:cNvSpPr txBox="1"/>
          <p:nvPr>
            <p:ph idx="13" type="subTitle"/>
          </p:nvPr>
        </p:nvSpPr>
        <p:spPr>
          <a:xfrm>
            <a:off x="720025" y="3046384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3" name="Google Shape;2043;p30"/>
          <p:cNvSpPr txBox="1"/>
          <p:nvPr>
            <p:ph idx="14" type="subTitle"/>
          </p:nvPr>
        </p:nvSpPr>
        <p:spPr>
          <a:xfrm>
            <a:off x="3412853" y="3046384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4" name="Google Shape;2044;p30"/>
          <p:cNvSpPr txBox="1"/>
          <p:nvPr>
            <p:ph idx="15" type="subTitle"/>
          </p:nvPr>
        </p:nvSpPr>
        <p:spPr>
          <a:xfrm>
            <a:off x="6105696" y="3046384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5" name="Google Shape;204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7" name="Google Shape;2047;p31"/>
          <p:cNvGrpSpPr/>
          <p:nvPr/>
        </p:nvGrpSpPr>
        <p:grpSpPr>
          <a:xfrm flipH="1" rot="5400000">
            <a:off x="139694" y="3969420"/>
            <a:ext cx="1146819" cy="548812"/>
            <a:chOff x="126925" y="511427"/>
            <a:chExt cx="697154" cy="333625"/>
          </a:xfrm>
        </p:grpSpPr>
        <p:sp>
          <p:nvSpPr>
            <p:cNvPr id="2048" name="Google Shape;2048;p31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1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1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1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1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1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1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1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1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1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1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1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1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1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1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1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1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1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1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1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1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1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1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1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31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1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1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31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31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31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31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31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31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1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31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1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4" name="Google Shape;2084;p31"/>
          <p:cNvGrpSpPr/>
          <p:nvPr/>
        </p:nvGrpSpPr>
        <p:grpSpPr>
          <a:xfrm flipH="1" rot="10800000">
            <a:off x="8144257" y="313099"/>
            <a:ext cx="407031" cy="431553"/>
            <a:chOff x="5639106" y="643680"/>
            <a:chExt cx="246148" cy="260978"/>
          </a:xfrm>
        </p:grpSpPr>
        <p:sp>
          <p:nvSpPr>
            <p:cNvPr id="2085" name="Google Shape;2085;p31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1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7" name="Google Shape;2087;p31"/>
          <p:cNvSpPr/>
          <p:nvPr/>
        </p:nvSpPr>
        <p:spPr>
          <a:xfrm flipH="1" rot="10800000">
            <a:off x="1159422" y="223112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31"/>
          <p:cNvSpPr/>
          <p:nvPr/>
        </p:nvSpPr>
        <p:spPr>
          <a:xfrm flipH="1" rot="10800000">
            <a:off x="8468956" y="806028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9" name="Google Shape;2089;p31"/>
          <p:cNvGrpSpPr/>
          <p:nvPr/>
        </p:nvGrpSpPr>
        <p:grpSpPr>
          <a:xfrm flipH="1" rot="10800000">
            <a:off x="7956675" y="3483475"/>
            <a:ext cx="1999366" cy="1996853"/>
            <a:chOff x="1261508" y="230234"/>
            <a:chExt cx="842548" cy="841489"/>
          </a:xfrm>
        </p:grpSpPr>
        <p:sp>
          <p:nvSpPr>
            <p:cNvPr id="2090" name="Google Shape;2090;p3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5" name="Google Shape;2095;p31"/>
          <p:cNvGrpSpPr/>
          <p:nvPr/>
        </p:nvGrpSpPr>
        <p:grpSpPr>
          <a:xfrm flipH="1" rot="10800000">
            <a:off x="-716375" y="223100"/>
            <a:ext cx="1999366" cy="1996853"/>
            <a:chOff x="1261508" y="230234"/>
            <a:chExt cx="842548" cy="841489"/>
          </a:xfrm>
        </p:grpSpPr>
        <p:sp>
          <p:nvSpPr>
            <p:cNvPr id="2096" name="Google Shape;2096;p31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1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1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1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1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1" name="Google Shape;2101;p31"/>
          <p:cNvSpPr txBox="1"/>
          <p:nvPr>
            <p:ph hasCustomPrompt="1" type="title"/>
          </p:nvPr>
        </p:nvSpPr>
        <p:spPr>
          <a:xfrm>
            <a:off x="1995117" y="540000"/>
            <a:ext cx="5153700" cy="8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102" name="Google Shape;2102;p31"/>
          <p:cNvSpPr txBox="1"/>
          <p:nvPr>
            <p:ph idx="1" type="subTitle"/>
          </p:nvPr>
        </p:nvSpPr>
        <p:spPr>
          <a:xfrm>
            <a:off x="1995072" y="1426189"/>
            <a:ext cx="51537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03" name="Google Shape;2103;p31"/>
          <p:cNvSpPr txBox="1"/>
          <p:nvPr>
            <p:ph hasCustomPrompt="1" idx="2" type="title"/>
          </p:nvPr>
        </p:nvSpPr>
        <p:spPr>
          <a:xfrm>
            <a:off x="1995183" y="1914762"/>
            <a:ext cx="5153700" cy="8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104" name="Google Shape;2104;p31"/>
          <p:cNvSpPr txBox="1"/>
          <p:nvPr>
            <p:ph idx="3" type="subTitle"/>
          </p:nvPr>
        </p:nvSpPr>
        <p:spPr>
          <a:xfrm>
            <a:off x="1995050" y="2800948"/>
            <a:ext cx="51537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05" name="Google Shape;2105;p31"/>
          <p:cNvSpPr txBox="1"/>
          <p:nvPr>
            <p:ph hasCustomPrompt="1" idx="4" type="title"/>
          </p:nvPr>
        </p:nvSpPr>
        <p:spPr>
          <a:xfrm>
            <a:off x="1995183" y="3289524"/>
            <a:ext cx="5153700" cy="8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106" name="Google Shape;2106;p31"/>
          <p:cNvSpPr txBox="1"/>
          <p:nvPr>
            <p:ph idx="5" type="subTitle"/>
          </p:nvPr>
        </p:nvSpPr>
        <p:spPr>
          <a:xfrm>
            <a:off x="1995072" y="4175734"/>
            <a:ext cx="5153700" cy="399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07" name="Google Shape;2107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7_1_1"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" name="Google Shape;2109;p32"/>
          <p:cNvGrpSpPr/>
          <p:nvPr/>
        </p:nvGrpSpPr>
        <p:grpSpPr>
          <a:xfrm rot="5400000">
            <a:off x="-121356" y="1590646"/>
            <a:ext cx="1146819" cy="548812"/>
            <a:chOff x="126925" y="511427"/>
            <a:chExt cx="697154" cy="333625"/>
          </a:xfrm>
        </p:grpSpPr>
        <p:sp>
          <p:nvSpPr>
            <p:cNvPr id="2110" name="Google Shape;2110;p32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2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32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32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2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2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32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32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32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32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32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32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32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32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32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32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2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32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32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2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32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32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2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2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32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32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32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32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32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32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32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32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32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32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32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32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6" name="Google Shape;2146;p32"/>
          <p:cNvGrpSpPr/>
          <p:nvPr/>
        </p:nvGrpSpPr>
        <p:grpSpPr>
          <a:xfrm>
            <a:off x="439147" y="350431"/>
            <a:ext cx="287314" cy="379145"/>
            <a:chOff x="3216099" y="239444"/>
            <a:chExt cx="173751" cy="229285"/>
          </a:xfrm>
        </p:grpSpPr>
        <p:sp>
          <p:nvSpPr>
            <p:cNvPr id="2147" name="Google Shape;2147;p32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32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9" name="Google Shape;2149;p32"/>
          <p:cNvGrpSpPr/>
          <p:nvPr/>
        </p:nvGrpSpPr>
        <p:grpSpPr>
          <a:xfrm>
            <a:off x="8592607" y="4466051"/>
            <a:ext cx="407031" cy="431553"/>
            <a:chOff x="5639106" y="643680"/>
            <a:chExt cx="246148" cy="260978"/>
          </a:xfrm>
        </p:grpSpPr>
        <p:sp>
          <p:nvSpPr>
            <p:cNvPr id="2150" name="Google Shape;2150;p32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32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2" name="Google Shape;2152;p32"/>
          <p:cNvSpPr/>
          <p:nvPr/>
        </p:nvSpPr>
        <p:spPr>
          <a:xfrm>
            <a:off x="209547" y="223100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32"/>
          <p:cNvSpPr/>
          <p:nvPr/>
        </p:nvSpPr>
        <p:spPr>
          <a:xfrm>
            <a:off x="8468956" y="4817878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4" name="Google Shape;2154;p32"/>
          <p:cNvGrpSpPr/>
          <p:nvPr/>
        </p:nvGrpSpPr>
        <p:grpSpPr>
          <a:xfrm>
            <a:off x="8424000" y="574900"/>
            <a:ext cx="1999366" cy="1996853"/>
            <a:chOff x="1261508" y="230234"/>
            <a:chExt cx="842548" cy="841489"/>
          </a:xfrm>
        </p:grpSpPr>
        <p:sp>
          <p:nvSpPr>
            <p:cNvPr id="2155" name="Google Shape;2155;p3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3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3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3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3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0" name="Google Shape;2160;p32"/>
          <p:cNvGrpSpPr/>
          <p:nvPr/>
        </p:nvGrpSpPr>
        <p:grpSpPr>
          <a:xfrm>
            <a:off x="-286588" y="4466050"/>
            <a:ext cx="1999366" cy="1996853"/>
            <a:chOff x="1261508" y="230234"/>
            <a:chExt cx="842548" cy="841489"/>
          </a:xfrm>
        </p:grpSpPr>
        <p:sp>
          <p:nvSpPr>
            <p:cNvPr id="2161" name="Google Shape;2161;p32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32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32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32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32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6" name="Google Shape;2166;p32"/>
          <p:cNvGrpSpPr/>
          <p:nvPr/>
        </p:nvGrpSpPr>
        <p:grpSpPr>
          <a:xfrm>
            <a:off x="8133582" y="143351"/>
            <a:ext cx="407031" cy="431553"/>
            <a:chOff x="5639106" y="643680"/>
            <a:chExt cx="246148" cy="260978"/>
          </a:xfrm>
        </p:grpSpPr>
        <p:sp>
          <p:nvSpPr>
            <p:cNvPr id="2167" name="Google Shape;2167;p32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32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9" name="Google Shape;2169;p3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70" name="Google Shape;2170;p32"/>
          <p:cNvSpPr txBox="1"/>
          <p:nvPr>
            <p:ph idx="1" type="subTitle"/>
          </p:nvPr>
        </p:nvSpPr>
        <p:spPr>
          <a:xfrm>
            <a:off x="958104" y="3744064"/>
            <a:ext cx="19221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71" name="Google Shape;2171;p32"/>
          <p:cNvSpPr txBox="1"/>
          <p:nvPr>
            <p:ph idx="2" type="subTitle"/>
          </p:nvPr>
        </p:nvSpPr>
        <p:spPr>
          <a:xfrm>
            <a:off x="6270107" y="3744064"/>
            <a:ext cx="19221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72" name="Google Shape;2172;p32"/>
          <p:cNvSpPr txBox="1"/>
          <p:nvPr>
            <p:ph idx="3" type="subTitle"/>
          </p:nvPr>
        </p:nvSpPr>
        <p:spPr>
          <a:xfrm>
            <a:off x="3614112" y="3744064"/>
            <a:ext cx="19221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73" name="Google Shape;2173;p32"/>
          <p:cNvSpPr txBox="1"/>
          <p:nvPr>
            <p:ph idx="4" type="subTitle"/>
          </p:nvPr>
        </p:nvSpPr>
        <p:spPr>
          <a:xfrm>
            <a:off x="958100" y="3344975"/>
            <a:ext cx="19221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4" name="Google Shape;2174;p32"/>
          <p:cNvSpPr txBox="1"/>
          <p:nvPr>
            <p:ph idx="5" type="subTitle"/>
          </p:nvPr>
        </p:nvSpPr>
        <p:spPr>
          <a:xfrm>
            <a:off x="3614112" y="3344975"/>
            <a:ext cx="19221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5" name="Google Shape;2175;p32"/>
          <p:cNvSpPr txBox="1"/>
          <p:nvPr>
            <p:ph idx="6" type="subTitle"/>
          </p:nvPr>
        </p:nvSpPr>
        <p:spPr>
          <a:xfrm>
            <a:off x="6270111" y="3344975"/>
            <a:ext cx="19221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6" name="Google Shape;2176;p32"/>
          <p:cNvSpPr txBox="1"/>
          <p:nvPr>
            <p:ph hasCustomPrompt="1" idx="7" type="title"/>
          </p:nvPr>
        </p:nvSpPr>
        <p:spPr>
          <a:xfrm>
            <a:off x="1465216" y="2772450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177" name="Google Shape;2177;p32"/>
          <p:cNvSpPr txBox="1"/>
          <p:nvPr>
            <p:ph hasCustomPrompt="1" idx="8" type="title"/>
          </p:nvPr>
        </p:nvSpPr>
        <p:spPr>
          <a:xfrm>
            <a:off x="4121169" y="2772450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178" name="Google Shape;2178;p32"/>
          <p:cNvSpPr txBox="1"/>
          <p:nvPr>
            <p:ph hasCustomPrompt="1" idx="9" type="title"/>
          </p:nvPr>
        </p:nvSpPr>
        <p:spPr>
          <a:xfrm>
            <a:off x="6777109" y="2772450"/>
            <a:ext cx="908100" cy="47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179" name="Google Shape;217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1" name="Google Shape;2181;p33"/>
          <p:cNvGrpSpPr/>
          <p:nvPr/>
        </p:nvGrpSpPr>
        <p:grpSpPr>
          <a:xfrm>
            <a:off x="7615119" y="4454096"/>
            <a:ext cx="1146819" cy="548812"/>
            <a:chOff x="126925" y="511427"/>
            <a:chExt cx="697154" cy="333625"/>
          </a:xfrm>
        </p:grpSpPr>
        <p:sp>
          <p:nvSpPr>
            <p:cNvPr id="2182" name="Google Shape;2182;p33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33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33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3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33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33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33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33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3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3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3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3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33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3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3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3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3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33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33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33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3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3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3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3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3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3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3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33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3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33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3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3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3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3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3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3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8" name="Google Shape;2218;p33"/>
          <p:cNvGrpSpPr/>
          <p:nvPr/>
        </p:nvGrpSpPr>
        <p:grpSpPr>
          <a:xfrm>
            <a:off x="2971250" y="-1074850"/>
            <a:ext cx="1999366" cy="1996853"/>
            <a:chOff x="1261508" y="230234"/>
            <a:chExt cx="842548" cy="841489"/>
          </a:xfrm>
        </p:grpSpPr>
        <p:sp>
          <p:nvSpPr>
            <p:cNvPr id="2219" name="Google Shape;2219;p3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4" name="Google Shape;2224;p33"/>
          <p:cNvGrpSpPr/>
          <p:nvPr/>
        </p:nvGrpSpPr>
        <p:grpSpPr>
          <a:xfrm>
            <a:off x="-1007450" y="2571750"/>
            <a:ext cx="1999366" cy="1996853"/>
            <a:chOff x="1261508" y="230234"/>
            <a:chExt cx="842548" cy="841489"/>
          </a:xfrm>
        </p:grpSpPr>
        <p:sp>
          <p:nvSpPr>
            <p:cNvPr id="2225" name="Google Shape;2225;p3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3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3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0" name="Google Shape;2230;p33"/>
          <p:cNvSpPr/>
          <p:nvPr/>
        </p:nvSpPr>
        <p:spPr>
          <a:xfrm>
            <a:off x="8247481" y="3864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1" name="Google Shape;2231;p33"/>
          <p:cNvGrpSpPr/>
          <p:nvPr/>
        </p:nvGrpSpPr>
        <p:grpSpPr>
          <a:xfrm>
            <a:off x="2391150" y="4501300"/>
            <a:ext cx="1999366" cy="1996853"/>
            <a:chOff x="1261508" y="230234"/>
            <a:chExt cx="842548" cy="841489"/>
          </a:xfrm>
        </p:grpSpPr>
        <p:sp>
          <p:nvSpPr>
            <p:cNvPr id="2232" name="Google Shape;2232;p33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33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3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33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33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7" name="Google Shape;2237;p33"/>
          <p:cNvSpPr txBox="1"/>
          <p:nvPr>
            <p:ph idx="1" type="subTitle"/>
          </p:nvPr>
        </p:nvSpPr>
        <p:spPr>
          <a:xfrm>
            <a:off x="4572000" y="1453844"/>
            <a:ext cx="3852000" cy="10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8" name="Google Shape;2238;p33"/>
          <p:cNvSpPr txBox="1"/>
          <p:nvPr>
            <p:ph type="ctrTitle"/>
          </p:nvPr>
        </p:nvSpPr>
        <p:spPr>
          <a:xfrm flipH="1">
            <a:off x="4572275" y="612439"/>
            <a:ext cx="3852000" cy="96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39" name="Google Shape;2239;p33"/>
          <p:cNvSpPr txBox="1"/>
          <p:nvPr/>
        </p:nvSpPr>
        <p:spPr>
          <a:xfrm>
            <a:off x="4887225" y="3198625"/>
            <a:ext cx="32169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40" name="Google Shape;2240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2"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2" name="Google Shape;2242;p34"/>
          <p:cNvGrpSpPr/>
          <p:nvPr/>
        </p:nvGrpSpPr>
        <p:grpSpPr>
          <a:xfrm rot="-5400000">
            <a:off x="8124994" y="2297346"/>
            <a:ext cx="1146819" cy="548812"/>
            <a:chOff x="126925" y="511427"/>
            <a:chExt cx="697154" cy="333625"/>
          </a:xfrm>
        </p:grpSpPr>
        <p:sp>
          <p:nvSpPr>
            <p:cNvPr id="2243" name="Google Shape;2243;p34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4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4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4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34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34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4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34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34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34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4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4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4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4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4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4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4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4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34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34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34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34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34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34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34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34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34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34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34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34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34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34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34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34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34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34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9" name="Google Shape;2279;p34"/>
          <p:cNvGrpSpPr/>
          <p:nvPr/>
        </p:nvGrpSpPr>
        <p:grpSpPr>
          <a:xfrm>
            <a:off x="245697" y="3349556"/>
            <a:ext cx="287314" cy="379145"/>
            <a:chOff x="3216099" y="239444"/>
            <a:chExt cx="173751" cy="229285"/>
          </a:xfrm>
        </p:grpSpPr>
        <p:sp>
          <p:nvSpPr>
            <p:cNvPr id="2280" name="Google Shape;2280;p3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3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2" name="Google Shape;2282;p34"/>
          <p:cNvSpPr/>
          <p:nvPr/>
        </p:nvSpPr>
        <p:spPr>
          <a:xfrm>
            <a:off x="440072" y="5688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3" name="Google Shape;2283;p34"/>
          <p:cNvGrpSpPr/>
          <p:nvPr/>
        </p:nvGrpSpPr>
        <p:grpSpPr>
          <a:xfrm>
            <a:off x="-846275" y="878675"/>
            <a:ext cx="1999366" cy="1996853"/>
            <a:chOff x="1261508" y="230234"/>
            <a:chExt cx="842548" cy="841489"/>
          </a:xfrm>
        </p:grpSpPr>
        <p:sp>
          <p:nvSpPr>
            <p:cNvPr id="2284" name="Google Shape;2284;p3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3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3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3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3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9" name="Google Shape;2289;p34"/>
          <p:cNvGrpSpPr/>
          <p:nvPr/>
        </p:nvGrpSpPr>
        <p:grpSpPr>
          <a:xfrm>
            <a:off x="5586925" y="-1152625"/>
            <a:ext cx="1999366" cy="1996853"/>
            <a:chOff x="1261508" y="230234"/>
            <a:chExt cx="842548" cy="841489"/>
          </a:xfrm>
        </p:grpSpPr>
        <p:sp>
          <p:nvSpPr>
            <p:cNvPr id="2290" name="Google Shape;2290;p3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3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3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3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3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5" name="Google Shape;2295;p34"/>
          <p:cNvGrpSpPr/>
          <p:nvPr/>
        </p:nvGrpSpPr>
        <p:grpSpPr>
          <a:xfrm>
            <a:off x="8414552" y="302549"/>
            <a:ext cx="370511" cy="388130"/>
            <a:chOff x="5661192" y="669940"/>
            <a:chExt cx="224063" cy="234718"/>
          </a:xfrm>
        </p:grpSpPr>
        <p:sp>
          <p:nvSpPr>
            <p:cNvPr id="2296" name="Google Shape;2296;p34"/>
            <p:cNvSpPr/>
            <p:nvPr/>
          </p:nvSpPr>
          <p:spPr>
            <a:xfrm>
              <a:off x="5661192" y="669940"/>
              <a:ext cx="125215" cy="148858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34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8" name="Google Shape;2298;p34"/>
          <p:cNvGrpSpPr/>
          <p:nvPr/>
        </p:nvGrpSpPr>
        <p:grpSpPr>
          <a:xfrm>
            <a:off x="8554747" y="4559981"/>
            <a:ext cx="287314" cy="379145"/>
            <a:chOff x="3216099" y="239444"/>
            <a:chExt cx="173751" cy="229285"/>
          </a:xfrm>
        </p:grpSpPr>
        <p:sp>
          <p:nvSpPr>
            <p:cNvPr id="2299" name="Google Shape;2299;p34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34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1" name="Google Shape;2301;p34"/>
          <p:cNvGrpSpPr/>
          <p:nvPr/>
        </p:nvGrpSpPr>
        <p:grpSpPr>
          <a:xfrm>
            <a:off x="3224075" y="4559975"/>
            <a:ext cx="1999366" cy="1996853"/>
            <a:chOff x="1261508" y="230234"/>
            <a:chExt cx="842548" cy="841489"/>
          </a:xfrm>
        </p:grpSpPr>
        <p:sp>
          <p:nvSpPr>
            <p:cNvPr id="2302" name="Google Shape;2302;p34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34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34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34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34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7" name="Google Shape;2307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_1"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9" name="Google Shape;2309;p35"/>
          <p:cNvGrpSpPr/>
          <p:nvPr/>
        </p:nvGrpSpPr>
        <p:grpSpPr>
          <a:xfrm>
            <a:off x="7033144" y="4389208"/>
            <a:ext cx="1146819" cy="548812"/>
            <a:chOff x="126925" y="511427"/>
            <a:chExt cx="697154" cy="333625"/>
          </a:xfrm>
        </p:grpSpPr>
        <p:sp>
          <p:nvSpPr>
            <p:cNvPr id="2310" name="Google Shape;2310;p35"/>
            <p:cNvSpPr/>
            <p:nvPr/>
          </p:nvSpPr>
          <p:spPr>
            <a:xfrm>
              <a:off x="126925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35"/>
            <p:cNvSpPr/>
            <p:nvPr/>
          </p:nvSpPr>
          <p:spPr>
            <a:xfrm>
              <a:off x="126925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35"/>
            <p:cNvSpPr/>
            <p:nvPr/>
          </p:nvSpPr>
          <p:spPr>
            <a:xfrm>
              <a:off x="126925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35"/>
            <p:cNvSpPr/>
            <p:nvPr/>
          </p:nvSpPr>
          <p:spPr>
            <a:xfrm>
              <a:off x="126925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35"/>
            <p:cNvSpPr/>
            <p:nvPr/>
          </p:nvSpPr>
          <p:spPr>
            <a:xfrm>
              <a:off x="209043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35"/>
            <p:cNvSpPr/>
            <p:nvPr/>
          </p:nvSpPr>
          <p:spPr>
            <a:xfrm>
              <a:off x="209043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35"/>
            <p:cNvSpPr/>
            <p:nvPr/>
          </p:nvSpPr>
          <p:spPr>
            <a:xfrm>
              <a:off x="209043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1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1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35"/>
            <p:cNvSpPr/>
            <p:nvPr/>
          </p:nvSpPr>
          <p:spPr>
            <a:xfrm>
              <a:off x="209043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1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1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35"/>
            <p:cNvSpPr/>
            <p:nvPr/>
          </p:nvSpPr>
          <p:spPr>
            <a:xfrm>
              <a:off x="290123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28"/>
                    <a:pt x="1" y="511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1"/>
                  </a:cubicBezTo>
                  <a:cubicBezTo>
                    <a:pt x="1048" y="228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35"/>
            <p:cNvSpPr/>
            <p:nvPr/>
          </p:nvSpPr>
          <p:spPr>
            <a:xfrm>
              <a:off x="290123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2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2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35"/>
            <p:cNvSpPr/>
            <p:nvPr/>
          </p:nvSpPr>
          <p:spPr>
            <a:xfrm>
              <a:off x="290123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1" y="235"/>
                    <a:pt x="1" y="518"/>
                  </a:cubicBezTo>
                  <a:cubicBezTo>
                    <a:pt x="1" y="795"/>
                    <a:pt x="228" y="1029"/>
                    <a:pt x="512" y="1029"/>
                  </a:cubicBezTo>
                  <a:cubicBezTo>
                    <a:pt x="820" y="1029"/>
                    <a:pt x="1048" y="795"/>
                    <a:pt x="1048" y="518"/>
                  </a:cubicBezTo>
                  <a:cubicBezTo>
                    <a:pt x="1048" y="235"/>
                    <a:pt x="820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35"/>
            <p:cNvSpPr/>
            <p:nvPr/>
          </p:nvSpPr>
          <p:spPr>
            <a:xfrm>
              <a:off x="290123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1" y="234"/>
                    <a:pt x="1" y="518"/>
                  </a:cubicBezTo>
                  <a:cubicBezTo>
                    <a:pt x="1" y="801"/>
                    <a:pt x="228" y="1029"/>
                    <a:pt x="512" y="1029"/>
                  </a:cubicBezTo>
                  <a:cubicBezTo>
                    <a:pt x="820" y="1029"/>
                    <a:pt x="1048" y="801"/>
                    <a:pt x="1048" y="518"/>
                  </a:cubicBezTo>
                  <a:cubicBezTo>
                    <a:pt x="1048" y="234"/>
                    <a:pt x="820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35"/>
            <p:cNvSpPr/>
            <p:nvPr/>
          </p:nvSpPr>
          <p:spPr>
            <a:xfrm>
              <a:off x="371992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35"/>
            <p:cNvSpPr/>
            <p:nvPr/>
          </p:nvSpPr>
          <p:spPr>
            <a:xfrm>
              <a:off x="371992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35"/>
            <p:cNvSpPr/>
            <p:nvPr/>
          </p:nvSpPr>
          <p:spPr>
            <a:xfrm>
              <a:off x="371992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35"/>
            <p:cNvSpPr/>
            <p:nvPr/>
          </p:nvSpPr>
          <p:spPr>
            <a:xfrm>
              <a:off x="371992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35"/>
            <p:cNvSpPr/>
            <p:nvPr/>
          </p:nvSpPr>
          <p:spPr>
            <a:xfrm>
              <a:off x="454110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35"/>
            <p:cNvSpPr/>
            <p:nvPr/>
          </p:nvSpPr>
          <p:spPr>
            <a:xfrm>
              <a:off x="454110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35"/>
            <p:cNvSpPr/>
            <p:nvPr/>
          </p:nvSpPr>
          <p:spPr>
            <a:xfrm>
              <a:off x="454110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8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8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35"/>
            <p:cNvSpPr/>
            <p:nvPr/>
          </p:nvSpPr>
          <p:spPr>
            <a:xfrm>
              <a:off x="454110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8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8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35"/>
            <p:cNvSpPr/>
            <p:nvPr/>
          </p:nvSpPr>
          <p:spPr>
            <a:xfrm>
              <a:off x="536229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28"/>
                    <a:pt x="1" y="511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35"/>
            <p:cNvSpPr/>
            <p:nvPr/>
          </p:nvSpPr>
          <p:spPr>
            <a:xfrm>
              <a:off x="536229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2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35"/>
            <p:cNvSpPr/>
            <p:nvPr/>
          </p:nvSpPr>
          <p:spPr>
            <a:xfrm>
              <a:off x="536229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35" y="1"/>
                    <a:pt x="1" y="235"/>
                    <a:pt x="1" y="518"/>
                  </a:cubicBezTo>
                  <a:cubicBezTo>
                    <a:pt x="1" y="795"/>
                    <a:pt x="235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35"/>
            <p:cNvSpPr/>
            <p:nvPr/>
          </p:nvSpPr>
          <p:spPr>
            <a:xfrm>
              <a:off x="536229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35" y="0"/>
                    <a:pt x="1" y="234"/>
                    <a:pt x="1" y="518"/>
                  </a:cubicBezTo>
                  <a:cubicBezTo>
                    <a:pt x="1" y="801"/>
                    <a:pt x="235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35"/>
            <p:cNvSpPr/>
            <p:nvPr/>
          </p:nvSpPr>
          <p:spPr>
            <a:xfrm>
              <a:off x="618347" y="511427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28"/>
                    <a:pt x="1" y="511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1"/>
                  </a:cubicBezTo>
                  <a:cubicBezTo>
                    <a:pt x="1029" y="228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35"/>
            <p:cNvSpPr/>
            <p:nvPr/>
          </p:nvSpPr>
          <p:spPr>
            <a:xfrm>
              <a:off x="618347" y="608374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2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2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35"/>
            <p:cNvSpPr/>
            <p:nvPr/>
          </p:nvSpPr>
          <p:spPr>
            <a:xfrm>
              <a:off x="618347" y="705321"/>
              <a:ext cx="42784" cy="42784"/>
            </a:xfrm>
            <a:custGeom>
              <a:rect b="b" l="l" r="r" t="t"/>
              <a:pathLst>
                <a:path extrusionOk="0" h="1030" w="1030">
                  <a:moveTo>
                    <a:pt x="512" y="1"/>
                  </a:moveTo>
                  <a:cubicBezTo>
                    <a:pt x="229" y="1"/>
                    <a:pt x="1" y="235"/>
                    <a:pt x="1" y="518"/>
                  </a:cubicBezTo>
                  <a:cubicBezTo>
                    <a:pt x="1" y="795"/>
                    <a:pt x="229" y="1029"/>
                    <a:pt x="512" y="1029"/>
                  </a:cubicBezTo>
                  <a:cubicBezTo>
                    <a:pt x="795" y="1029"/>
                    <a:pt x="1029" y="795"/>
                    <a:pt x="1029" y="518"/>
                  </a:cubicBezTo>
                  <a:cubicBezTo>
                    <a:pt x="1029" y="235"/>
                    <a:pt x="795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35"/>
            <p:cNvSpPr/>
            <p:nvPr/>
          </p:nvSpPr>
          <p:spPr>
            <a:xfrm>
              <a:off x="618347" y="802310"/>
              <a:ext cx="42784" cy="42742"/>
            </a:xfrm>
            <a:custGeom>
              <a:rect b="b" l="l" r="r" t="t"/>
              <a:pathLst>
                <a:path extrusionOk="0" h="1029" w="1030">
                  <a:moveTo>
                    <a:pt x="512" y="0"/>
                  </a:moveTo>
                  <a:cubicBezTo>
                    <a:pt x="229" y="0"/>
                    <a:pt x="1" y="234"/>
                    <a:pt x="1" y="518"/>
                  </a:cubicBezTo>
                  <a:cubicBezTo>
                    <a:pt x="1" y="801"/>
                    <a:pt x="229" y="1029"/>
                    <a:pt x="512" y="1029"/>
                  </a:cubicBezTo>
                  <a:cubicBezTo>
                    <a:pt x="795" y="1029"/>
                    <a:pt x="1029" y="801"/>
                    <a:pt x="1029" y="518"/>
                  </a:cubicBezTo>
                  <a:cubicBezTo>
                    <a:pt x="1029" y="234"/>
                    <a:pt x="795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35"/>
            <p:cNvSpPr/>
            <p:nvPr/>
          </p:nvSpPr>
          <p:spPr>
            <a:xfrm>
              <a:off x="699468" y="511427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28"/>
                    <a:pt x="0" y="511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1"/>
                  </a:cubicBezTo>
                  <a:cubicBezTo>
                    <a:pt x="1047" y="228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35"/>
            <p:cNvSpPr/>
            <p:nvPr/>
          </p:nvSpPr>
          <p:spPr>
            <a:xfrm>
              <a:off x="699468" y="608374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2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2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35"/>
            <p:cNvSpPr/>
            <p:nvPr/>
          </p:nvSpPr>
          <p:spPr>
            <a:xfrm>
              <a:off x="699468" y="705321"/>
              <a:ext cx="43531" cy="42784"/>
            </a:xfrm>
            <a:custGeom>
              <a:rect b="b" l="l" r="r" t="t"/>
              <a:pathLst>
                <a:path extrusionOk="0" h="1030" w="1048">
                  <a:moveTo>
                    <a:pt x="512" y="1"/>
                  </a:moveTo>
                  <a:cubicBezTo>
                    <a:pt x="228" y="1"/>
                    <a:pt x="0" y="235"/>
                    <a:pt x="0" y="518"/>
                  </a:cubicBezTo>
                  <a:cubicBezTo>
                    <a:pt x="0" y="795"/>
                    <a:pt x="228" y="1029"/>
                    <a:pt x="512" y="1029"/>
                  </a:cubicBezTo>
                  <a:cubicBezTo>
                    <a:pt x="819" y="1029"/>
                    <a:pt x="1047" y="795"/>
                    <a:pt x="1047" y="518"/>
                  </a:cubicBezTo>
                  <a:cubicBezTo>
                    <a:pt x="1047" y="235"/>
                    <a:pt x="819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35"/>
            <p:cNvSpPr/>
            <p:nvPr/>
          </p:nvSpPr>
          <p:spPr>
            <a:xfrm>
              <a:off x="699468" y="802310"/>
              <a:ext cx="43531" cy="42742"/>
            </a:xfrm>
            <a:custGeom>
              <a:rect b="b" l="l" r="r" t="t"/>
              <a:pathLst>
                <a:path extrusionOk="0" h="1029" w="1048">
                  <a:moveTo>
                    <a:pt x="512" y="0"/>
                  </a:moveTo>
                  <a:cubicBezTo>
                    <a:pt x="228" y="0"/>
                    <a:pt x="0" y="234"/>
                    <a:pt x="0" y="518"/>
                  </a:cubicBezTo>
                  <a:cubicBezTo>
                    <a:pt x="0" y="801"/>
                    <a:pt x="228" y="1029"/>
                    <a:pt x="512" y="1029"/>
                  </a:cubicBezTo>
                  <a:cubicBezTo>
                    <a:pt x="819" y="1029"/>
                    <a:pt x="1047" y="801"/>
                    <a:pt x="1047" y="518"/>
                  </a:cubicBezTo>
                  <a:cubicBezTo>
                    <a:pt x="1047" y="234"/>
                    <a:pt x="819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35"/>
            <p:cNvSpPr/>
            <p:nvPr/>
          </p:nvSpPr>
          <p:spPr>
            <a:xfrm>
              <a:off x="781337" y="511427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28"/>
                    <a:pt x="0" y="511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1"/>
                  </a:cubicBezTo>
                  <a:cubicBezTo>
                    <a:pt x="1029" y="228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35"/>
            <p:cNvSpPr/>
            <p:nvPr/>
          </p:nvSpPr>
          <p:spPr>
            <a:xfrm>
              <a:off x="781337" y="608374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2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2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35"/>
            <p:cNvSpPr/>
            <p:nvPr/>
          </p:nvSpPr>
          <p:spPr>
            <a:xfrm>
              <a:off x="781337" y="705321"/>
              <a:ext cx="42742" cy="42784"/>
            </a:xfrm>
            <a:custGeom>
              <a:rect b="b" l="l" r="r" t="t"/>
              <a:pathLst>
                <a:path extrusionOk="0" h="1030" w="1029">
                  <a:moveTo>
                    <a:pt x="518" y="1"/>
                  </a:moveTo>
                  <a:cubicBezTo>
                    <a:pt x="234" y="1"/>
                    <a:pt x="0" y="235"/>
                    <a:pt x="0" y="518"/>
                  </a:cubicBezTo>
                  <a:cubicBezTo>
                    <a:pt x="0" y="795"/>
                    <a:pt x="234" y="1029"/>
                    <a:pt x="518" y="1029"/>
                  </a:cubicBezTo>
                  <a:cubicBezTo>
                    <a:pt x="801" y="1029"/>
                    <a:pt x="1029" y="795"/>
                    <a:pt x="1029" y="518"/>
                  </a:cubicBezTo>
                  <a:cubicBezTo>
                    <a:pt x="1029" y="235"/>
                    <a:pt x="801" y="1"/>
                    <a:pt x="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35"/>
            <p:cNvSpPr/>
            <p:nvPr/>
          </p:nvSpPr>
          <p:spPr>
            <a:xfrm>
              <a:off x="781337" y="802310"/>
              <a:ext cx="42742" cy="42742"/>
            </a:xfrm>
            <a:custGeom>
              <a:rect b="b" l="l" r="r" t="t"/>
              <a:pathLst>
                <a:path extrusionOk="0" h="1029" w="1029">
                  <a:moveTo>
                    <a:pt x="518" y="0"/>
                  </a:moveTo>
                  <a:cubicBezTo>
                    <a:pt x="234" y="0"/>
                    <a:pt x="0" y="234"/>
                    <a:pt x="0" y="518"/>
                  </a:cubicBezTo>
                  <a:cubicBezTo>
                    <a:pt x="0" y="801"/>
                    <a:pt x="234" y="1029"/>
                    <a:pt x="518" y="1029"/>
                  </a:cubicBezTo>
                  <a:cubicBezTo>
                    <a:pt x="801" y="1029"/>
                    <a:pt x="1029" y="801"/>
                    <a:pt x="1029" y="518"/>
                  </a:cubicBezTo>
                  <a:cubicBezTo>
                    <a:pt x="1029" y="234"/>
                    <a:pt x="801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6" name="Google Shape;2346;p35"/>
          <p:cNvGrpSpPr/>
          <p:nvPr/>
        </p:nvGrpSpPr>
        <p:grpSpPr>
          <a:xfrm>
            <a:off x="343935" y="624181"/>
            <a:ext cx="287314" cy="379145"/>
            <a:chOff x="3216099" y="239444"/>
            <a:chExt cx="173751" cy="229285"/>
          </a:xfrm>
        </p:grpSpPr>
        <p:sp>
          <p:nvSpPr>
            <p:cNvPr id="2347" name="Google Shape;2347;p3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3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9" name="Google Shape;2349;p35"/>
          <p:cNvSpPr/>
          <p:nvPr/>
        </p:nvSpPr>
        <p:spPr>
          <a:xfrm>
            <a:off x="333122" y="19047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0" name="Google Shape;2350;p35"/>
          <p:cNvGrpSpPr/>
          <p:nvPr/>
        </p:nvGrpSpPr>
        <p:grpSpPr>
          <a:xfrm>
            <a:off x="3915425" y="-879050"/>
            <a:ext cx="1999366" cy="1996853"/>
            <a:chOff x="1261508" y="230234"/>
            <a:chExt cx="842548" cy="841489"/>
          </a:xfrm>
        </p:grpSpPr>
        <p:sp>
          <p:nvSpPr>
            <p:cNvPr id="2351" name="Google Shape;2351;p3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3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3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3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3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6" name="Google Shape;2356;p35"/>
          <p:cNvGrpSpPr/>
          <p:nvPr/>
        </p:nvGrpSpPr>
        <p:grpSpPr>
          <a:xfrm>
            <a:off x="333125" y="4047550"/>
            <a:ext cx="1999366" cy="1996853"/>
            <a:chOff x="1261508" y="230234"/>
            <a:chExt cx="842548" cy="841489"/>
          </a:xfrm>
        </p:grpSpPr>
        <p:sp>
          <p:nvSpPr>
            <p:cNvPr id="2357" name="Google Shape;2357;p3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3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3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3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3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2" name="Google Shape;2362;p35"/>
          <p:cNvGrpSpPr/>
          <p:nvPr/>
        </p:nvGrpSpPr>
        <p:grpSpPr>
          <a:xfrm>
            <a:off x="8325407" y="259126"/>
            <a:ext cx="407031" cy="431553"/>
            <a:chOff x="5639106" y="643680"/>
            <a:chExt cx="246148" cy="260978"/>
          </a:xfrm>
        </p:grpSpPr>
        <p:sp>
          <p:nvSpPr>
            <p:cNvPr id="2363" name="Google Shape;2363;p35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35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5" name="Google Shape;2365;p35"/>
          <p:cNvGrpSpPr/>
          <p:nvPr/>
        </p:nvGrpSpPr>
        <p:grpSpPr>
          <a:xfrm>
            <a:off x="8732447" y="4317331"/>
            <a:ext cx="287314" cy="379145"/>
            <a:chOff x="3216099" y="239444"/>
            <a:chExt cx="173751" cy="229285"/>
          </a:xfrm>
        </p:grpSpPr>
        <p:sp>
          <p:nvSpPr>
            <p:cNvPr id="2366" name="Google Shape;2366;p35"/>
            <p:cNvSpPr/>
            <p:nvPr/>
          </p:nvSpPr>
          <p:spPr>
            <a:xfrm>
              <a:off x="3258799" y="239444"/>
              <a:ext cx="131051" cy="155849"/>
            </a:xfrm>
            <a:custGeom>
              <a:rect b="b" l="l" r="r" t="t"/>
              <a:pathLst>
                <a:path extrusionOk="0" h="3752" w="3155">
                  <a:moveTo>
                    <a:pt x="1565" y="1"/>
                  </a:moveTo>
                  <a:cubicBezTo>
                    <a:pt x="1436" y="1572"/>
                    <a:pt x="1307" y="1695"/>
                    <a:pt x="1" y="1880"/>
                  </a:cubicBezTo>
                  <a:cubicBezTo>
                    <a:pt x="1307" y="2058"/>
                    <a:pt x="1436" y="2212"/>
                    <a:pt x="1565" y="3752"/>
                  </a:cubicBezTo>
                  <a:cubicBezTo>
                    <a:pt x="1719" y="2212"/>
                    <a:pt x="1849" y="2058"/>
                    <a:pt x="3154" y="1880"/>
                  </a:cubicBezTo>
                  <a:cubicBezTo>
                    <a:pt x="1849" y="1695"/>
                    <a:pt x="1719" y="1572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35"/>
            <p:cNvSpPr/>
            <p:nvPr/>
          </p:nvSpPr>
          <p:spPr>
            <a:xfrm>
              <a:off x="3216099" y="384532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6" y="0"/>
                  </a:moveTo>
                  <a:cubicBezTo>
                    <a:pt x="641" y="850"/>
                    <a:pt x="567" y="924"/>
                    <a:pt x="0" y="1004"/>
                  </a:cubicBezTo>
                  <a:cubicBezTo>
                    <a:pt x="567" y="1103"/>
                    <a:pt x="641" y="1183"/>
                    <a:pt x="696" y="2027"/>
                  </a:cubicBezTo>
                  <a:cubicBezTo>
                    <a:pt x="770" y="1183"/>
                    <a:pt x="820" y="1103"/>
                    <a:pt x="1386" y="1004"/>
                  </a:cubicBezTo>
                  <a:cubicBezTo>
                    <a:pt x="820" y="924"/>
                    <a:pt x="770" y="850"/>
                    <a:pt x="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8" name="Google Shape;2368;p35"/>
          <p:cNvGrpSpPr/>
          <p:nvPr/>
        </p:nvGrpSpPr>
        <p:grpSpPr>
          <a:xfrm>
            <a:off x="7941237" y="821025"/>
            <a:ext cx="1999366" cy="1996853"/>
            <a:chOff x="1261508" y="230234"/>
            <a:chExt cx="842548" cy="841489"/>
          </a:xfrm>
        </p:grpSpPr>
        <p:sp>
          <p:nvSpPr>
            <p:cNvPr id="2369" name="Google Shape;2369;p35"/>
            <p:cNvSpPr/>
            <p:nvPr/>
          </p:nvSpPr>
          <p:spPr>
            <a:xfrm>
              <a:off x="1261508" y="230234"/>
              <a:ext cx="842548" cy="841489"/>
            </a:xfrm>
            <a:custGeom>
              <a:rect b="b" l="l" r="r" t="t"/>
              <a:pathLst>
                <a:path extrusionOk="0" h="19864" w="19889">
                  <a:moveTo>
                    <a:pt x="9953" y="105"/>
                  </a:moveTo>
                  <a:cubicBezTo>
                    <a:pt x="15374" y="105"/>
                    <a:pt x="19784" y="4521"/>
                    <a:pt x="19784" y="9935"/>
                  </a:cubicBezTo>
                  <a:cubicBezTo>
                    <a:pt x="19784" y="15349"/>
                    <a:pt x="15374" y="19765"/>
                    <a:pt x="9953" y="19765"/>
                  </a:cubicBezTo>
                  <a:cubicBezTo>
                    <a:pt x="4539" y="19765"/>
                    <a:pt x="129" y="15349"/>
                    <a:pt x="129" y="9935"/>
                  </a:cubicBezTo>
                  <a:cubicBezTo>
                    <a:pt x="129" y="4521"/>
                    <a:pt x="4539" y="105"/>
                    <a:pt x="9953" y="105"/>
                  </a:cubicBezTo>
                  <a:close/>
                  <a:moveTo>
                    <a:pt x="9953" y="0"/>
                  </a:moveTo>
                  <a:cubicBezTo>
                    <a:pt x="4466" y="0"/>
                    <a:pt x="0" y="4441"/>
                    <a:pt x="0" y="9935"/>
                  </a:cubicBezTo>
                  <a:cubicBezTo>
                    <a:pt x="0" y="15423"/>
                    <a:pt x="4466" y="19864"/>
                    <a:pt x="9953" y="19864"/>
                  </a:cubicBezTo>
                  <a:cubicBezTo>
                    <a:pt x="15423" y="19864"/>
                    <a:pt x="19888" y="15423"/>
                    <a:pt x="19888" y="9935"/>
                  </a:cubicBezTo>
                  <a:cubicBezTo>
                    <a:pt x="19888" y="4441"/>
                    <a:pt x="15423" y="0"/>
                    <a:pt x="995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35"/>
            <p:cNvSpPr/>
            <p:nvPr/>
          </p:nvSpPr>
          <p:spPr>
            <a:xfrm>
              <a:off x="1310142" y="277824"/>
              <a:ext cx="746304" cy="746346"/>
            </a:xfrm>
            <a:custGeom>
              <a:rect b="b" l="l" r="r" t="t"/>
              <a:pathLst>
                <a:path extrusionOk="0" h="17968" w="17967">
                  <a:moveTo>
                    <a:pt x="8980" y="106"/>
                  </a:moveTo>
                  <a:cubicBezTo>
                    <a:pt x="13859" y="106"/>
                    <a:pt x="17837" y="4084"/>
                    <a:pt x="17837" y="8987"/>
                  </a:cubicBezTo>
                  <a:cubicBezTo>
                    <a:pt x="17837" y="13890"/>
                    <a:pt x="13859" y="17863"/>
                    <a:pt x="8980" y="17863"/>
                  </a:cubicBezTo>
                  <a:cubicBezTo>
                    <a:pt x="4084" y="17863"/>
                    <a:pt x="105" y="13890"/>
                    <a:pt x="105" y="8987"/>
                  </a:cubicBezTo>
                  <a:cubicBezTo>
                    <a:pt x="105" y="4084"/>
                    <a:pt x="4084" y="106"/>
                    <a:pt x="8980" y="106"/>
                  </a:cubicBezTo>
                  <a:close/>
                  <a:moveTo>
                    <a:pt x="8980" y="1"/>
                  </a:moveTo>
                  <a:cubicBezTo>
                    <a:pt x="4028" y="1"/>
                    <a:pt x="0" y="4035"/>
                    <a:pt x="0" y="8987"/>
                  </a:cubicBezTo>
                  <a:cubicBezTo>
                    <a:pt x="0" y="13939"/>
                    <a:pt x="4028" y="17967"/>
                    <a:pt x="8980" y="17967"/>
                  </a:cubicBezTo>
                  <a:cubicBezTo>
                    <a:pt x="13939" y="17967"/>
                    <a:pt x="17967" y="13939"/>
                    <a:pt x="17967" y="8987"/>
                  </a:cubicBezTo>
                  <a:cubicBezTo>
                    <a:pt x="17967" y="4035"/>
                    <a:pt x="13939" y="1"/>
                    <a:pt x="898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35"/>
            <p:cNvSpPr/>
            <p:nvPr/>
          </p:nvSpPr>
          <p:spPr>
            <a:xfrm>
              <a:off x="1358242" y="325924"/>
              <a:ext cx="650103" cy="650394"/>
            </a:xfrm>
            <a:custGeom>
              <a:rect b="b" l="l" r="r" t="t"/>
              <a:pathLst>
                <a:path extrusionOk="0" h="15658" w="15651">
                  <a:moveTo>
                    <a:pt x="7822" y="105"/>
                  </a:moveTo>
                  <a:cubicBezTo>
                    <a:pt x="12085" y="105"/>
                    <a:pt x="15521" y="3567"/>
                    <a:pt x="15521" y="7829"/>
                  </a:cubicBezTo>
                  <a:cubicBezTo>
                    <a:pt x="15521" y="12085"/>
                    <a:pt x="12085" y="15553"/>
                    <a:pt x="7822" y="15553"/>
                  </a:cubicBezTo>
                  <a:cubicBezTo>
                    <a:pt x="3566" y="15553"/>
                    <a:pt x="99" y="12085"/>
                    <a:pt x="99" y="7829"/>
                  </a:cubicBezTo>
                  <a:cubicBezTo>
                    <a:pt x="99" y="3567"/>
                    <a:pt x="3566" y="105"/>
                    <a:pt x="7822" y="105"/>
                  </a:cubicBezTo>
                  <a:close/>
                  <a:moveTo>
                    <a:pt x="7822" y="1"/>
                  </a:moveTo>
                  <a:cubicBezTo>
                    <a:pt x="3511" y="1"/>
                    <a:pt x="0" y="3518"/>
                    <a:pt x="0" y="7829"/>
                  </a:cubicBezTo>
                  <a:cubicBezTo>
                    <a:pt x="0" y="12141"/>
                    <a:pt x="3511" y="15657"/>
                    <a:pt x="7822" y="15657"/>
                  </a:cubicBezTo>
                  <a:cubicBezTo>
                    <a:pt x="12134" y="15657"/>
                    <a:pt x="15651" y="12141"/>
                    <a:pt x="15651" y="7829"/>
                  </a:cubicBezTo>
                  <a:cubicBezTo>
                    <a:pt x="15651" y="3518"/>
                    <a:pt x="12134" y="1"/>
                    <a:pt x="782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35"/>
            <p:cNvSpPr/>
            <p:nvPr/>
          </p:nvSpPr>
          <p:spPr>
            <a:xfrm>
              <a:off x="1447064" y="414779"/>
              <a:ext cx="472478" cy="472438"/>
            </a:xfrm>
            <a:custGeom>
              <a:rect b="b" l="l" r="r" t="t"/>
              <a:pathLst>
                <a:path extrusionOk="0" h="11808" w="11809">
                  <a:moveTo>
                    <a:pt x="5901" y="130"/>
                  </a:moveTo>
                  <a:cubicBezTo>
                    <a:pt x="9086" y="130"/>
                    <a:pt x="11679" y="2723"/>
                    <a:pt x="11679" y="5907"/>
                  </a:cubicBezTo>
                  <a:cubicBezTo>
                    <a:pt x="11679" y="9085"/>
                    <a:pt x="9086" y="11678"/>
                    <a:pt x="5901" y="11678"/>
                  </a:cubicBezTo>
                  <a:cubicBezTo>
                    <a:pt x="2723" y="11678"/>
                    <a:pt x="106" y="9085"/>
                    <a:pt x="106" y="5907"/>
                  </a:cubicBezTo>
                  <a:cubicBezTo>
                    <a:pt x="106" y="2723"/>
                    <a:pt x="2723" y="130"/>
                    <a:pt x="5901" y="130"/>
                  </a:cubicBezTo>
                  <a:close/>
                  <a:moveTo>
                    <a:pt x="5901" y="0"/>
                  </a:moveTo>
                  <a:cubicBezTo>
                    <a:pt x="2643" y="0"/>
                    <a:pt x="1" y="2649"/>
                    <a:pt x="1" y="5907"/>
                  </a:cubicBezTo>
                  <a:cubicBezTo>
                    <a:pt x="1" y="9165"/>
                    <a:pt x="2643" y="11808"/>
                    <a:pt x="5901" y="11808"/>
                  </a:cubicBezTo>
                  <a:cubicBezTo>
                    <a:pt x="9166" y="11808"/>
                    <a:pt x="11808" y="9165"/>
                    <a:pt x="11808" y="5907"/>
                  </a:cubicBezTo>
                  <a:cubicBezTo>
                    <a:pt x="11808" y="2649"/>
                    <a:pt x="9166" y="0"/>
                    <a:pt x="590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35"/>
            <p:cNvSpPr/>
            <p:nvPr/>
          </p:nvSpPr>
          <p:spPr>
            <a:xfrm>
              <a:off x="1400692" y="368665"/>
              <a:ext cx="563913" cy="564910"/>
            </a:xfrm>
            <a:custGeom>
              <a:rect b="b" l="l" r="r" t="t"/>
              <a:pathLst>
                <a:path extrusionOk="0" h="13600" w="13576">
                  <a:moveTo>
                    <a:pt x="6800" y="124"/>
                  </a:moveTo>
                  <a:cubicBezTo>
                    <a:pt x="10471" y="124"/>
                    <a:pt x="13477" y="3129"/>
                    <a:pt x="13477" y="6800"/>
                  </a:cubicBezTo>
                  <a:cubicBezTo>
                    <a:pt x="13477" y="10471"/>
                    <a:pt x="10471" y="13471"/>
                    <a:pt x="6800" y="13471"/>
                  </a:cubicBezTo>
                  <a:cubicBezTo>
                    <a:pt x="3105" y="13471"/>
                    <a:pt x="130" y="10471"/>
                    <a:pt x="130" y="6800"/>
                  </a:cubicBezTo>
                  <a:cubicBezTo>
                    <a:pt x="130" y="3129"/>
                    <a:pt x="3105" y="124"/>
                    <a:pt x="6800" y="124"/>
                  </a:cubicBezTo>
                  <a:close/>
                  <a:moveTo>
                    <a:pt x="6800" y="0"/>
                  </a:moveTo>
                  <a:cubicBezTo>
                    <a:pt x="3056" y="0"/>
                    <a:pt x="1" y="3049"/>
                    <a:pt x="1" y="6800"/>
                  </a:cubicBezTo>
                  <a:cubicBezTo>
                    <a:pt x="1" y="10545"/>
                    <a:pt x="3056" y="13600"/>
                    <a:pt x="6800" y="13600"/>
                  </a:cubicBezTo>
                  <a:cubicBezTo>
                    <a:pt x="10551" y="13600"/>
                    <a:pt x="13576" y="10545"/>
                    <a:pt x="13576" y="6800"/>
                  </a:cubicBezTo>
                  <a:cubicBezTo>
                    <a:pt x="13576" y="3049"/>
                    <a:pt x="10551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4" name="Google Shape;2374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3"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36"/>
          <p:cNvSpPr txBox="1"/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7" name="Google Shape;2377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4.png"/><Relationship Id="rId11" Type="http://schemas.openxmlformats.org/officeDocument/2006/relationships/image" Target="../media/image1.png"/><Relationship Id="rId10" Type="http://schemas.openxmlformats.org/officeDocument/2006/relationships/image" Target="../media/image6.png"/><Relationship Id="rId12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27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33.png"/><Relationship Id="rId9" Type="http://schemas.openxmlformats.org/officeDocument/2006/relationships/image" Target="../media/image31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35.png"/><Relationship Id="rId8" Type="http://schemas.openxmlformats.org/officeDocument/2006/relationships/image" Target="../media/image25.png"/><Relationship Id="rId11" Type="http://schemas.openxmlformats.org/officeDocument/2006/relationships/image" Target="../media/image39.png"/><Relationship Id="rId10" Type="http://schemas.openxmlformats.org/officeDocument/2006/relationships/image" Target="../media/image32.png"/><Relationship Id="rId13" Type="http://schemas.openxmlformats.org/officeDocument/2006/relationships/image" Target="../media/image29.png"/><Relationship Id="rId12" Type="http://schemas.openxmlformats.org/officeDocument/2006/relationships/image" Target="../media/image36.png"/><Relationship Id="rId15" Type="http://schemas.openxmlformats.org/officeDocument/2006/relationships/image" Target="../media/image40.png"/><Relationship Id="rId14" Type="http://schemas.openxmlformats.org/officeDocument/2006/relationships/image" Target="../media/image34.png"/><Relationship Id="rId16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9.png"/><Relationship Id="rId5" Type="http://schemas.openxmlformats.org/officeDocument/2006/relationships/image" Target="../media/image42.png"/><Relationship Id="rId6" Type="http://schemas.openxmlformats.org/officeDocument/2006/relationships/image" Target="../media/image52.png"/><Relationship Id="rId7" Type="http://schemas.openxmlformats.org/officeDocument/2006/relationships/image" Target="../media/image18.png"/><Relationship Id="rId8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spreadsheets/d/1xX8vS9cFlBrPEr3qOvIuYvczcJGsegov/edit?usp=sharing&amp;ouid=107696486163955369133&amp;rtpof=true&amp;sd=true" TargetMode="External"/><Relationship Id="rId4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3.png"/><Relationship Id="rId4" Type="http://schemas.openxmlformats.org/officeDocument/2006/relationships/image" Target="../media/image50.png"/><Relationship Id="rId5" Type="http://schemas.openxmlformats.org/officeDocument/2006/relationships/image" Target="../media/image45.png"/><Relationship Id="rId6" Type="http://schemas.openxmlformats.org/officeDocument/2006/relationships/image" Target="../media/image54.png"/><Relationship Id="rId7" Type="http://schemas.openxmlformats.org/officeDocument/2006/relationships/image" Target="../media/image51.png"/><Relationship Id="rId8" Type="http://schemas.openxmlformats.org/officeDocument/2006/relationships/image" Target="../media/image6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grandviewresearch.com/industry-analysis/water-flosser-market" TargetMode="External"/><Relationship Id="rId4" Type="http://schemas.openxmlformats.org/officeDocument/2006/relationships/hyperlink" Target="https://backofhouse.io/stories/tips-navigate-negotiate-restaurant-contracts-third-party-food-delivery-platforms-commission-rates" TargetMode="External"/><Relationship Id="rId5" Type="http://schemas.openxmlformats.org/officeDocument/2006/relationships/hyperlink" Target="https://www.bls.gov/oes/current/oes291292.htm" TargetMode="External"/><Relationship Id="rId6" Type="http://schemas.openxmlformats.org/officeDocument/2006/relationships/hyperlink" Target="https://my-ibisworld-com.libproxy2.usc.edu/us/en/industry-specialized/od6033/key-statistics" TargetMode="External"/><Relationship Id="rId7" Type="http://schemas.openxmlformats.org/officeDocument/2006/relationships/hyperlink" Target="https://gocardless.com/en-us/guides/posts/market-penetration/#:~:text=market%20penetration%205%25.-,What%20is%20a%20good%20rate%20of%20market%20penetration%3F,already%20doing%20better%20than%20most" TargetMode="External"/><Relationship Id="rId8" Type="http://schemas.openxmlformats.org/officeDocument/2006/relationships/hyperlink" Target="https://login.factset.com/login/xoM4jTODNt1DQZiEFfv2epjgwEy_90OY4PMHmCT4nVWBNoOUq5l1gngk-6goz21COdbrZuVD15k0pCIYD-6Iucp8o8wZ2KRMX8YMq9xq_3_4HnMLvSWXbN42I39yGY3LvVjPTnQGizAhdBPHyQeVlc9v1-pdkV1N2Ma4vhKzebJkjAFfUBBV5T7v5A6IwBY8Lq9NFqP1B4-1joSSJilQDA/xoM55/9xq8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2" name="Google Shape;2382;p37"/>
          <p:cNvPicPr preferRelativeResize="0"/>
          <p:nvPr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3" name="Google Shape;2383;p37"/>
          <p:cNvGrpSpPr/>
          <p:nvPr/>
        </p:nvGrpSpPr>
        <p:grpSpPr>
          <a:xfrm>
            <a:off x="4078729" y="2712138"/>
            <a:ext cx="648927" cy="947965"/>
            <a:chOff x="4138133" y="3607168"/>
            <a:chExt cx="236722" cy="379444"/>
          </a:xfrm>
        </p:grpSpPr>
        <p:sp>
          <p:nvSpPr>
            <p:cNvPr id="2384" name="Google Shape;2384;p37"/>
            <p:cNvSpPr/>
            <p:nvPr/>
          </p:nvSpPr>
          <p:spPr>
            <a:xfrm>
              <a:off x="4217177" y="3782744"/>
              <a:ext cx="79877" cy="93501"/>
            </a:xfrm>
            <a:custGeom>
              <a:rect b="b" l="l" r="r" t="t"/>
              <a:pathLst>
                <a:path extrusionOk="0" h="2251" w="1923">
                  <a:moveTo>
                    <a:pt x="1379" y="128"/>
                  </a:moveTo>
                  <a:cubicBezTo>
                    <a:pt x="1399" y="128"/>
                    <a:pt x="1418" y="130"/>
                    <a:pt x="1436" y="134"/>
                  </a:cubicBezTo>
                  <a:cubicBezTo>
                    <a:pt x="1664" y="239"/>
                    <a:pt x="1793" y="547"/>
                    <a:pt x="1769" y="781"/>
                  </a:cubicBezTo>
                  <a:cubicBezTo>
                    <a:pt x="1793" y="1033"/>
                    <a:pt x="1590" y="1212"/>
                    <a:pt x="1485" y="1446"/>
                  </a:cubicBezTo>
                  <a:cubicBezTo>
                    <a:pt x="1461" y="1575"/>
                    <a:pt x="1541" y="1674"/>
                    <a:pt x="1541" y="1803"/>
                  </a:cubicBezTo>
                  <a:cubicBezTo>
                    <a:pt x="1549" y="2023"/>
                    <a:pt x="1515" y="2104"/>
                    <a:pt x="1462" y="2104"/>
                  </a:cubicBezTo>
                  <a:cubicBezTo>
                    <a:pt x="1346" y="2104"/>
                    <a:pt x="1137" y="1724"/>
                    <a:pt x="1048" y="1551"/>
                  </a:cubicBezTo>
                  <a:cubicBezTo>
                    <a:pt x="1024" y="1524"/>
                    <a:pt x="1002" y="1512"/>
                    <a:pt x="979" y="1512"/>
                  </a:cubicBezTo>
                  <a:cubicBezTo>
                    <a:pt x="819" y="1512"/>
                    <a:pt x="685" y="2120"/>
                    <a:pt x="521" y="2120"/>
                  </a:cubicBezTo>
                  <a:cubicBezTo>
                    <a:pt x="510" y="2120"/>
                    <a:pt x="499" y="2117"/>
                    <a:pt x="488" y="2111"/>
                  </a:cubicBezTo>
                  <a:cubicBezTo>
                    <a:pt x="408" y="2087"/>
                    <a:pt x="488" y="1649"/>
                    <a:pt x="463" y="1421"/>
                  </a:cubicBezTo>
                  <a:cubicBezTo>
                    <a:pt x="254" y="1113"/>
                    <a:pt x="1" y="701"/>
                    <a:pt x="229" y="344"/>
                  </a:cubicBezTo>
                  <a:cubicBezTo>
                    <a:pt x="338" y="176"/>
                    <a:pt x="438" y="129"/>
                    <a:pt x="541" y="129"/>
                  </a:cubicBezTo>
                  <a:cubicBezTo>
                    <a:pt x="674" y="129"/>
                    <a:pt x="811" y="207"/>
                    <a:pt x="975" y="207"/>
                  </a:cubicBezTo>
                  <a:cubicBezTo>
                    <a:pt x="1016" y="207"/>
                    <a:pt x="1059" y="202"/>
                    <a:pt x="1103" y="190"/>
                  </a:cubicBezTo>
                  <a:cubicBezTo>
                    <a:pt x="1185" y="169"/>
                    <a:pt x="1287" y="128"/>
                    <a:pt x="1379" y="128"/>
                  </a:cubicBezTo>
                  <a:close/>
                  <a:moveTo>
                    <a:pt x="525" y="0"/>
                  </a:moveTo>
                  <a:cubicBezTo>
                    <a:pt x="495" y="0"/>
                    <a:pt x="464" y="3"/>
                    <a:pt x="432" y="11"/>
                  </a:cubicBezTo>
                  <a:cubicBezTo>
                    <a:pt x="180" y="85"/>
                    <a:pt x="1" y="417"/>
                    <a:pt x="1" y="676"/>
                  </a:cubicBezTo>
                  <a:cubicBezTo>
                    <a:pt x="1" y="1009"/>
                    <a:pt x="229" y="1292"/>
                    <a:pt x="309" y="1495"/>
                  </a:cubicBezTo>
                  <a:cubicBezTo>
                    <a:pt x="383" y="1674"/>
                    <a:pt x="254" y="2167"/>
                    <a:pt x="432" y="2241"/>
                  </a:cubicBezTo>
                  <a:cubicBezTo>
                    <a:pt x="449" y="2247"/>
                    <a:pt x="467" y="2250"/>
                    <a:pt x="484" y="2250"/>
                  </a:cubicBezTo>
                  <a:cubicBezTo>
                    <a:pt x="595" y="2250"/>
                    <a:pt x="702" y="2126"/>
                    <a:pt x="771" y="2062"/>
                  </a:cubicBezTo>
                  <a:cubicBezTo>
                    <a:pt x="845" y="1933"/>
                    <a:pt x="894" y="1779"/>
                    <a:pt x="950" y="1649"/>
                  </a:cubicBezTo>
                  <a:cubicBezTo>
                    <a:pt x="1020" y="1773"/>
                    <a:pt x="1214" y="2244"/>
                    <a:pt x="1472" y="2244"/>
                  </a:cubicBezTo>
                  <a:cubicBezTo>
                    <a:pt x="1485" y="2244"/>
                    <a:pt x="1497" y="2243"/>
                    <a:pt x="1510" y="2241"/>
                  </a:cubicBezTo>
                  <a:cubicBezTo>
                    <a:pt x="1744" y="2191"/>
                    <a:pt x="1615" y="1754"/>
                    <a:pt x="1590" y="1551"/>
                  </a:cubicBezTo>
                  <a:cubicBezTo>
                    <a:pt x="1590" y="1471"/>
                    <a:pt x="1639" y="1397"/>
                    <a:pt x="1695" y="1317"/>
                  </a:cubicBezTo>
                  <a:cubicBezTo>
                    <a:pt x="1793" y="1138"/>
                    <a:pt x="1923" y="959"/>
                    <a:pt x="1898" y="750"/>
                  </a:cubicBezTo>
                  <a:cubicBezTo>
                    <a:pt x="1898" y="473"/>
                    <a:pt x="1769" y="85"/>
                    <a:pt x="1485" y="11"/>
                  </a:cubicBezTo>
                  <a:cubicBezTo>
                    <a:pt x="1461" y="6"/>
                    <a:pt x="1437" y="4"/>
                    <a:pt x="1414" y="4"/>
                  </a:cubicBezTo>
                  <a:cubicBezTo>
                    <a:pt x="1290" y="4"/>
                    <a:pt x="1178" y="64"/>
                    <a:pt x="1048" y="85"/>
                  </a:cubicBezTo>
                  <a:cubicBezTo>
                    <a:pt x="1023" y="91"/>
                    <a:pt x="998" y="94"/>
                    <a:pt x="974" y="94"/>
                  </a:cubicBezTo>
                  <a:cubicBezTo>
                    <a:pt x="827" y="94"/>
                    <a:pt x="688" y="0"/>
                    <a:pt x="5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37"/>
            <p:cNvSpPr/>
            <p:nvPr/>
          </p:nvSpPr>
          <p:spPr>
            <a:xfrm>
              <a:off x="4185236" y="3757614"/>
              <a:ext cx="142764" cy="143803"/>
            </a:xfrm>
            <a:custGeom>
              <a:rect b="b" l="l" r="r" t="t"/>
              <a:pathLst>
                <a:path extrusionOk="0" h="3462" w="3437">
                  <a:moveTo>
                    <a:pt x="3308" y="123"/>
                  </a:moveTo>
                  <a:lnTo>
                    <a:pt x="3308" y="3332"/>
                  </a:lnTo>
                  <a:lnTo>
                    <a:pt x="123" y="3332"/>
                  </a:lnTo>
                  <a:lnTo>
                    <a:pt x="123" y="123"/>
                  </a:lnTo>
                  <a:close/>
                  <a:moveTo>
                    <a:pt x="0" y="0"/>
                  </a:moveTo>
                  <a:lnTo>
                    <a:pt x="0" y="3461"/>
                  </a:lnTo>
                  <a:lnTo>
                    <a:pt x="3437" y="3461"/>
                  </a:lnTo>
                  <a:lnTo>
                    <a:pt x="34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37"/>
            <p:cNvSpPr/>
            <p:nvPr/>
          </p:nvSpPr>
          <p:spPr>
            <a:xfrm>
              <a:off x="4212858" y="3607168"/>
              <a:ext cx="87520" cy="80126"/>
            </a:xfrm>
            <a:custGeom>
              <a:rect b="b" l="l" r="r" t="t"/>
              <a:pathLst>
                <a:path extrusionOk="0" h="1929" w="2107">
                  <a:moveTo>
                    <a:pt x="998" y="0"/>
                  </a:moveTo>
                  <a:cubicBezTo>
                    <a:pt x="333" y="0"/>
                    <a:pt x="25" y="154"/>
                    <a:pt x="25" y="179"/>
                  </a:cubicBezTo>
                  <a:lnTo>
                    <a:pt x="0" y="179"/>
                  </a:lnTo>
                  <a:lnTo>
                    <a:pt x="0" y="1897"/>
                  </a:lnTo>
                  <a:lnTo>
                    <a:pt x="130" y="1897"/>
                  </a:lnTo>
                  <a:lnTo>
                    <a:pt x="130" y="259"/>
                  </a:lnTo>
                  <a:cubicBezTo>
                    <a:pt x="204" y="234"/>
                    <a:pt x="487" y="130"/>
                    <a:pt x="998" y="130"/>
                  </a:cubicBezTo>
                  <a:cubicBezTo>
                    <a:pt x="1669" y="130"/>
                    <a:pt x="1922" y="259"/>
                    <a:pt x="1977" y="284"/>
                  </a:cubicBezTo>
                  <a:lnTo>
                    <a:pt x="1977" y="1928"/>
                  </a:lnTo>
                  <a:lnTo>
                    <a:pt x="2107" y="1928"/>
                  </a:lnTo>
                  <a:lnTo>
                    <a:pt x="2107" y="234"/>
                  </a:lnTo>
                  <a:lnTo>
                    <a:pt x="2107" y="204"/>
                  </a:lnTo>
                  <a:cubicBezTo>
                    <a:pt x="2076" y="179"/>
                    <a:pt x="1873" y="0"/>
                    <a:pt x="9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37"/>
            <p:cNvSpPr/>
            <p:nvPr/>
          </p:nvSpPr>
          <p:spPr>
            <a:xfrm>
              <a:off x="4138133" y="3683928"/>
              <a:ext cx="236722" cy="302684"/>
            </a:xfrm>
            <a:custGeom>
              <a:rect b="b" l="l" r="r" t="t"/>
              <a:pathLst>
                <a:path extrusionOk="0" h="7287" w="5699">
                  <a:moveTo>
                    <a:pt x="4392" y="130"/>
                  </a:moveTo>
                  <a:cubicBezTo>
                    <a:pt x="4571" y="130"/>
                    <a:pt x="4725" y="203"/>
                    <a:pt x="4854" y="333"/>
                  </a:cubicBezTo>
                  <a:cubicBezTo>
                    <a:pt x="5008" y="487"/>
                    <a:pt x="5211" y="721"/>
                    <a:pt x="5292" y="973"/>
                  </a:cubicBezTo>
                  <a:cubicBezTo>
                    <a:pt x="5341" y="1232"/>
                    <a:pt x="5316" y="3006"/>
                    <a:pt x="5292" y="4287"/>
                  </a:cubicBezTo>
                  <a:cubicBezTo>
                    <a:pt x="5261" y="5316"/>
                    <a:pt x="5261" y="5901"/>
                    <a:pt x="5292" y="6005"/>
                  </a:cubicBezTo>
                  <a:cubicBezTo>
                    <a:pt x="5292" y="6085"/>
                    <a:pt x="5341" y="6159"/>
                    <a:pt x="5365" y="6264"/>
                  </a:cubicBezTo>
                  <a:cubicBezTo>
                    <a:pt x="5470" y="6443"/>
                    <a:pt x="5544" y="6646"/>
                    <a:pt x="5495" y="6751"/>
                  </a:cubicBezTo>
                  <a:cubicBezTo>
                    <a:pt x="5292" y="7083"/>
                    <a:pt x="4904" y="7133"/>
                    <a:pt x="4645" y="7163"/>
                  </a:cubicBezTo>
                  <a:lnTo>
                    <a:pt x="1054" y="7163"/>
                  </a:lnTo>
                  <a:cubicBezTo>
                    <a:pt x="795" y="7133"/>
                    <a:pt x="413" y="7083"/>
                    <a:pt x="210" y="6751"/>
                  </a:cubicBezTo>
                  <a:cubicBezTo>
                    <a:pt x="155" y="6646"/>
                    <a:pt x="235" y="6443"/>
                    <a:pt x="333" y="6264"/>
                  </a:cubicBezTo>
                  <a:cubicBezTo>
                    <a:pt x="364" y="6159"/>
                    <a:pt x="413" y="6085"/>
                    <a:pt x="413" y="6005"/>
                  </a:cubicBezTo>
                  <a:cubicBezTo>
                    <a:pt x="438" y="5901"/>
                    <a:pt x="438" y="5316"/>
                    <a:pt x="413" y="4287"/>
                  </a:cubicBezTo>
                  <a:cubicBezTo>
                    <a:pt x="389" y="3006"/>
                    <a:pt x="364" y="1232"/>
                    <a:pt x="413" y="973"/>
                  </a:cubicBezTo>
                  <a:cubicBezTo>
                    <a:pt x="487" y="721"/>
                    <a:pt x="697" y="487"/>
                    <a:pt x="851" y="333"/>
                  </a:cubicBezTo>
                  <a:cubicBezTo>
                    <a:pt x="980" y="203"/>
                    <a:pt x="1134" y="130"/>
                    <a:pt x="1313" y="130"/>
                  </a:cubicBezTo>
                  <a:close/>
                  <a:moveTo>
                    <a:pt x="1313" y="0"/>
                  </a:moveTo>
                  <a:cubicBezTo>
                    <a:pt x="1103" y="0"/>
                    <a:pt x="900" y="105"/>
                    <a:pt x="746" y="234"/>
                  </a:cubicBezTo>
                  <a:cubicBezTo>
                    <a:pt x="592" y="388"/>
                    <a:pt x="364" y="641"/>
                    <a:pt x="309" y="924"/>
                  </a:cubicBezTo>
                  <a:cubicBezTo>
                    <a:pt x="235" y="1232"/>
                    <a:pt x="259" y="2926"/>
                    <a:pt x="284" y="4287"/>
                  </a:cubicBezTo>
                  <a:cubicBezTo>
                    <a:pt x="309" y="5081"/>
                    <a:pt x="309" y="5901"/>
                    <a:pt x="309" y="5981"/>
                  </a:cubicBezTo>
                  <a:cubicBezTo>
                    <a:pt x="284" y="6030"/>
                    <a:pt x="259" y="6110"/>
                    <a:pt x="210" y="6209"/>
                  </a:cubicBezTo>
                  <a:cubicBezTo>
                    <a:pt x="106" y="6418"/>
                    <a:pt x="1" y="6646"/>
                    <a:pt x="106" y="6825"/>
                  </a:cubicBezTo>
                  <a:cubicBezTo>
                    <a:pt x="364" y="7237"/>
                    <a:pt x="875" y="7262"/>
                    <a:pt x="1054" y="7286"/>
                  </a:cubicBezTo>
                  <a:lnTo>
                    <a:pt x="4645" y="7286"/>
                  </a:lnTo>
                  <a:cubicBezTo>
                    <a:pt x="4830" y="7262"/>
                    <a:pt x="5341" y="7237"/>
                    <a:pt x="5600" y="6825"/>
                  </a:cubicBezTo>
                  <a:cubicBezTo>
                    <a:pt x="5698" y="6646"/>
                    <a:pt x="5600" y="6418"/>
                    <a:pt x="5495" y="6209"/>
                  </a:cubicBezTo>
                  <a:cubicBezTo>
                    <a:pt x="5446" y="6110"/>
                    <a:pt x="5415" y="6030"/>
                    <a:pt x="5415" y="5981"/>
                  </a:cubicBezTo>
                  <a:cubicBezTo>
                    <a:pt x="5390" y="5901"/>
                    <a:pt x="5390" y="5081"/>
                    <a:pt x="5415" y="4287"/>
                  </a:cubicBezTo>
                  <a:cubicBezTo>
                    <a:pt x="5446" y="2926"/>
                    <a:pt x="5470" y="1232"/>
                    <a:pt x="5390" y="924"/>
                  </a:cubicBezTo>
                  <a:cubicBezTo>
                    <a:pt x="5341" y="641"/>
                    <a:pt x="5107" y="388"/>
                    <a:pt x="4953" y="234"/>
                  </a:cubicBezTo>
                  <a:cubicBezTo>
                    <a:pt x="4799" y="105"/>
                    <a:pt x="4596" y="0"/>
                    <a:pt x="43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8" name="Google Shape;2388;p37"/>
          <p:cNvGrpSpPr/>
          <p:nvPr/>
        </p:nvGrpSpPr>
        <p:grpSpPr>
          <a:xfrm>
            <a:off x="7409233" y="4218841"/>
            <a:ext cx="297892" cy="415961"/>
            <a:chOff x="4872628" y="1304490"/>
            <a:chExt cx="180147" cy="251548"/>
          </a:xfrm>
        </p:grpSpPr>
        <p:sp>
          <p:nvSpPr>
            <p:cNvPr id="2389" name="Google Shape;2389;p37"/>
            <p:cNvSpPr/>
            <p:nvPr/>
          </p:nvSpPr>
          <p:spPr>
            <a:xfrm>
              <a:off x="4922763" y="1304490"/>
              <a:ext cx="130012" cy="156638"/>
            </a:xfrm>
            <a:custGeom>
              <a:rect b="b" l="l" r="r" t="t"/>
              <a:pathLst>
                <a:path extrusionOk="0" h="3771" w="3130">
                  <a:moveTo>
                    <a:pt x="1565" y="1"/>
                  </a:moveTo>
                  <a:cubicBezTo>
                    <a:pt x="1411" y="1565"/>
                    <a:pt x="1306" y="1719"/>
                    <a:pt x="0" y="1873"/>
                  </a:cubicBezTo>
                  <a:cubicBezTo>
                    <a:pt x="1306" y="2052"/>
                    <a:pt x="1411" y="2206"/>
                    <a:pt x="1565" y="3770"/>
                  </a:cubicBezTo>
                  <a:cubicBezTo>
                    <a:pt x="1719" y="2206"/>
                    <a:pt x="1824" y="2052"/>
                    <a:pt x="3129" y="1873"/>
                  </a:cubicBezTo>
                  <a:cubicBezTo>
                    <a:pt x="1824" y="1719"/>
                    <a:pt x="1719" y="1565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37"/>
            <p:cNvSpPr/>
            <p:nvPr/>
          </p:nvSpPr>
          <p:spPr>
            <a:xfrm>
              <a:off x="4872628" y="1471800"/>
              <a:ext cx="57613" cy="84238"/>
            </a:xfrm>
            <a:custGeom>
              <a:rect b="b" l="l" r="r" t="t"/>
              <a:pathLst>
                <a:path extrusionOk="0" h="2028" w="1387">
                  <a:moveTo>
                    <a:pt x="696" y="1"/>
                  </a:moveTo>
                  <a:cubicBezTo>
                    <a:pt x="616" y="851"/>
                    <a:pt x="567" y="925"/>
                    <a:pt x="0" y="1029"/>
                  </a:cubicBezTo>
                  <a:cubicBezTo>
                    <a:pt x="567" y="1103"/>
                    <a:pt x="616" y="1183"/>
                    <a:pt x="696" y="2027"/>
                  </a:cubicBezTo>
                  <a:cubicBezTo>
                    <a:pt x="745" y="1183"/>
                    <a:pt x="795" y="1103"/>
                    <a:pt x="1386" y="1029"/>
                  </a:cubicBezTo>
                  <a:cubicBezTo>
                    <a:pt x="795" y="925"/>
                    <a:pt x="745" y="851"/>
                    <a:pt x="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1" name="Google Shape;2391;p37"/>
          <p:cNvGrpSpPr/>
          <p:nvPr/>
        </p:nvGrpSpPr>
        <p:grpSpPr>
          <a:xfrm>
            <a:off x="2002025" y="4059413"/>
            <a:ext cx="271652" cy="377428"/>
            <a:chOff x="6473622" y="258634"/>
            <a:chExt cx="164279" cy="228246"/>
          </a:xfrm>
        </p:grpSpPr>
        <p:sp>
          <p:nvSpPr>
            <p:cNvPr id="2392" name="Google Shape;2392;p37"/>
            <p:cNvSpPr/>
            <p:nvPr/>
          </p:nvSpPr>
          <p:spPr>
            <a:xfrm>
              <a:off x="6473622" y="258634"/>
              <a:ext cx="131300" cy="155849"/>
            </a:xfrm>
            <a:custGeom>
              <a:rect b="b" l="l" r="r" t="t"/>
              <a:pathLst>
                <a:path extrusionOk="0" h="3752" w="3161">
                  <a:moveTo>
                    <a:pt x="1571" y="1"/>
                  </a:moveTo>
                  <a:cubicBezTo>
                    <a:pt x="1442" y="1541"/>
                    <a:pt x="1312" y="1695"/>
                    <a:pt x="0" y="1879"/>
                  </a:cubicBezTo>
                  <a:cubicBezTo>
                    <a:pt x="1312" y="2058"/>
                    <a:pt x="1442" y="2187"/>
                    <a:pt x="1571" y="3752"/>
                  </a:cubicBezTo>
                  <a:cubicBezTo>
                    <a:pt x="1725" y="2187"/>
                    <a:pt x="1848" y="2058"/>
                    <a:pt x="3160" y="1879"/>
                  </a:cubicBezTo>
                  <a:cubicBezTo>
                    <a:pt x="1848" y="1695"/>
                    <a:pt x="1725" y="154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37"/>
            <p:cNvSpPr/>
            <p:nvPr/>
          </p:nvSpPr>
          <p:spPr>
            <a:xfrm>
              <a:off x="6580288" y="402684"/>
              <a:ext cx="57613" cy="84197"/>
            </a:xfrm>
            <a:custGeom>
              <a:rect b="b" l="l" r="r" t="t"/>
              <a:pathLst>
                <a:path extrusionOk="0" h="2027" w="1387">
                  <a:moveTo>
                    <a:pt x="697" y="1"/>
                  </a:moveTo>
                  <a:cubicBezTo>
                    <a:pt x="617" y="844"/>
                    <a:pt x="568" y="924"/>
                    <a:pt x="1" y="1029"/>
                  </a:cubicBezTo>
                  <a:cubicBezTo>
                    <a:pt x="568" y="1128"/>
                    <a:pt x="617" y="1208"/>
                    <a:pt x="697" y="2027"/>
                  </a:cubicBezTo>
                  <a:cubicBezTo>
                    <a:pt x="746" y="1208"/>
                    <a:pt x="795" y="1128"/>
                    <a:pt x="1387" y="1029"/>
                  </a:cubicBezTo>
                  <a:cubicBezTo>
                    <a:pt x="795" y="924"/>
                    <a:pt x="746" y="844"/>
                    <a:pt x="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4" name="Google Shape;2394;p37"/>
          <p:cNvGrpSpPr/>
          <p:nvPr/>
        </p:nvGrpSpPr>
        <p:grpSpPr>
          <a:xfrm>
            <a:off x="7881082" y="539426"/>
            <a:ext cx="407031" cy="431553"/>
            <a:chOff x="5639106" y="643680"/>
            <a:chExt cx="246148" cy="260978"/>
          </a:xfrm>
        </p:grpSpPr>
        <p:sp>
          <p:nvSpPr>
            <p:cNvPr id="2395" name="Google Shape;2395;p37"/>
            <p:cNvSpPr/>
            <p:nvPr/>
          </p:nvSpPr>
          <p:spPr>
            <a:xfrm>
              <a:off x="5639106" y="643680"/>
              <a:ext cx="169390" cy="201374"/>
            </a:xfrm>
            <a:custGeom>
              <a:rect b="b" l="l" r="r" t="t"/>
              <a:pathLst>
                <a:path extrusionOk="0" h="4848" w="4078">
                  <a:moveTo>
                    <a:pt x="2051" y="0"/>
                  </a:moveTo>
                  <a:cubicBezTo>
                    <a:pt x="1848" y="2002"/>
                    <a:pt x="1694" y="2205"/>
                    <a:pt x="0" y="2409"/>
                  </a:cubicBezTo>
                  <a:cubicBezTo>
                    <a:pt x="1694" y="2643"/>
                    <a:pt x="1848" y="2846"/>
                    <a:pt x="2051" y="4848"/>
                  </a:cubicBezTo>
                  <a:cubicBezTo>
                    <a:pt x="2230" y="2846"/>
                    <a:pt x="2384" y="2643"/>
                    <a:pt x="4078" y="2409"/>
                  </a:cubicBezTo>
                  <a:cubicBezTo>
                    <a:pt x="2384" y="2205"/>
                    <a:pt x="2230" y="2002"/>
                    <a:pt x="20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37"/>
            <p:cNvSpPr/>
            <p:nvPr/>
          </p:nvSpPr>
          <p:spPr>
            <a:xfrm>
              <a:off x="5810736" y="795913"/>
              <a:ext cx="74518" cy="108745"/>
            </a:xfrm>
            <a:custGeom>
              <a:rect b="b" l="l" r="r" t="t"/>
              <a:pathLst>
                <a:path extrusionOk="0" h="2618" w="1794">
                  <a:moveTo>
                    <a:pt x="900" y="0"/>
                  </a:moveTo>
                  <a:cubicBezTo>
                    <a:pt x="820" y="1078"/>
                    <a:pt x="746" y="1183"/>
                    <a:pt x="1" y="1312"/>
                  </a:cubicBezTo>
                  <a:cubicBezTo>
                    <a:pt x="746" y="1441"/>
                    <a:pt x="820" y="1540"/>
                    <a:pt x="900" y="2618"/>
                  </a:cubicBezTo>
                  <a:cubicBezTo>
                    <a:pt x="974" y="1540"/>
                    <a:pt x="1054" y="1441"/>
                    <a:pt x="1793" y="1312"/>
                  </a:cubicBezTo>
                  <a:cubicBezTo>
                    <a:pt x="1054" y="1183"/>
                    <a:pt x="974" y="1078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7" name="Google Shape;2397;p37"/>
          <p:cNvSpPr/>
          <p:nvPr/>
        </p:nvSpPr>
        <p:spPr>
          <a:xfrm>
            <a:off x="2114422" y="789425"/>
            <a:ext cx="123569" cy="181541"/>
          </a:xfrm>
          <a:custGeom>
            <a:rect b="b" l="l" r="r" t="t"/>
            <a:pathLst>
              <a:path extrusionOk="0" h="2643" w="1799">
                <a:moveTo>
                  <a:pt x="900" y="0"/>
                </a:moveTo>
                <a:cubicBezTo>
                  <a:pt x="826" y="1102"/>
                  <a:pt x="746" y="1207"/>
                  <a:pt x="0" y="1337"/>
                </a:cubicBezTo>
                <a:cubicBezTo>
                  <a:pt x="746" y="1435"/>
                  <a:pt x="826" y="1540"/>
                  <a:pt x="900" y="2642"/>
                </a:cubicBezTo>
                <a:cubicBezTo>
                  <a:pt x="1004" y="1540"/>
                  <a:pt x="1054" y="1435"/>
                  <a:pt x="1799" y="1337"/>
                </a:cubicBezTo>
                <a:cubicBezTo>
                  <a:pt x="1054" y="1207"/>
                  <a:pt x="1004" y="1102"/>
                  <a:pt x="9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37"/>
          <p:cNvSpPr/>
          <p:nvPr/>
        </p:nvSpPr>
        <p:spPr>
          <a:xfrm>
            <a:off x="8247481" y="386403"/>
            <a:ext cx="123638" cy="182022"/>
          </a:xfrm>
          <a:custGeom>
            <a:rect b="b" l="l" r="r" t="t"/>
            <a:pathLst>
              <a:path extrusionOk="0" h="2650" w="1800">
                <a:moveTo>
                  <a:pt x="900" y="1"/>
                </a:moveTo>
                <a:cubicBezTo>
                  <a:pt x="826" y="1109"/>
                  <a:pt x="746" y="1208"/>
                  <a:pt x="1" y="1337"/>
                </a:cubicBezTo>
                <a:cubicBezTo>
                  <a:pt x="746" y="1442"/>
                  <a:pt x="826" y="1540"/>
                  <a:pt x="900" y="2649"/>
                </a:cubicBezTo>
                <a:cubicBezTo>
                  <a:pt x="1005" y="1540"/>
                  <a:pt x="1054" y="1442"/>
                  <a:pt x="1799" y="1337"/>
                </a:cubicBezTo>
                <a:cubicBezTo>
                  <a:pt x="1054" y="1208"/>
                  <a:pt x="1005" y="1109"/>
                  <a:pt x="9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37"/>
          <p:cNvSpPr txBox="1"/>
          <p:nvPr>
            <p:ph idx="1" type="subTitle"/>
          </p:nvPr>
        </p:nvSpPr>
        <p:spPr>
          <a:xfrm>
            <a:off x="4817275" y="3260199"/>
            <a:ext cx="42132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Say goodbye to plaque and caries!      </a:t>
            </a:r>
            <a:endParaRPr i="1" sz="20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00" name="Google Shape;2400;p37"/>
          <p:cNvSpPr txBox="1"/>
          <p:nvPr>
            <p:ph idx="1" type="subTitle"/>
          </p:nvPr>
        </p:nvSpPr>
        <p:spPr>
          <a:xfrm>
            <a:off x="2533027" y="4048188"/>
            <a:ext cx="4876200" cy="399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1C44"/>
                </a:solidFill>
                <a:latin typeface="Exo"/>
                <a:ea typeface="Exo"/>
                <a:cs typeface="Exo"/>
                <a:sym typeface="Exo"/>
              </a:rPr>
              <a:t>Presented By Team Nanoshine (1.1.A)</a:t>
            </a:r>
            <a:endParaRPr b="1" sz="1900">
              <a:solidFill>
                <a:srgbClr val="001C44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01" name="Google Shape;2401;p37"/>
          <p:cNvSpPr txBox="1"/>
          <p:nvPr>
            <p:ph idx="1" type="subTitle"/>
          </p:nvPr>
        </p:nvSpPr>
        <p:spPr>
          <a:xfrm>
            <a:off x="2230625" y="4524575"/>
            <a:ext cx="6505800" cy="399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1C44"/>
                </a:solidFill>
                <a:latin typeface="Exo"/>
                <a:ea typeface="Exo"/>
                <a:cs typeface="Exo"/>
                <a:sym typeface="Exo"/>
              </a:rPr>
              <a:t>Alex Weber 		Pranav Kulkarni 		Mandi Wang</a:t>
            </a:r>
            <a:endParaRPr sz="1900">
              <a:solidFill>
                <a:srgbClr val="001C44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1C44"/>
                </a:solidFill>
                <a:latin typeface="Exo"/>
                <a:ea typeface="Exo"/>
                <a:cs typeface="Exo"/>
                <a:sym typeface="Exo"/>
              </a:rPr>
              <a:t>Pranav Karthikeyan 		Mihir Kavishwar </a:t>
            </a:r>
            <a:endParaRPr sz="1900">
              <a:solidFill>
                <a:srgbClr val="001C44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02" name="Google Shape;2402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3" name="Google Shape;2403;p37"/>
          <p:cNvPicPr preferRelativeResize="0"/>
          <p:nvPr/>
        </p:nvPicPr>
        <p:blipFill rotWithShape="1">
          <a:blip r:embed="rId4">
            <a:alphaModFix/>
          </a:blip>
          <a:srcRect b="0" l="23254" r="0" t="0"/>
          <a:stretch/>
        </p:blipFill>
        <p:spPr>
          <a:xfrm>
            <a:off x="4741075" y="2467250"/>
            <a:ext cx="3544175" cy="11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7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Google Shape;2408;p38"/>
          <p:cNvSpPr/>
          <p:nvPr/>
        </p:nvSpPr>
        <p:spPr>
          <a:xfrm>
            <a:off x="3304913" y="2826850"/>
            <a:ext cx="2540100" cy="2144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38"/>
          <p:cNvSpPr txBox="1"/>
          <p:nvPr>
            <p:ph type="title"/>
          </p:nvPr>
        </p:nvSpPr>
        <p:spPr>
          <a:xfrm>
            <a:off x="720000" y="241625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Commercial Application Area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410" name="Google Shape;2410;p38"/>
          <p:cNvSpPr txBox="1"/>
          <p:nvPr/>
        </p:nvSpPr>
        <p:spPr>
          <a:xfrm>
            <a:off x="323225" y="795425"/>
            <a:ext cx="6091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Dental plaque is a biofilm that consists of a wide variety of microorganisms and their by-products.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Once calcified, their removal is difficult, even with the use of professional dental instruments.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unito"/>
              <a:buChar char="●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anoparticles must be </a:t>
            </a:r>
            <a:r>
              <a:rPr b="1" lang="en" sz="1200">
                <a:latin typeface="Poppins"/>
                <a:ea typeface="Poppins"/>
                <a:cs typeface="Poppins"/>
                <a:sym typeface="Poppins"/>
              </a:rPr>
              <a:t>routinely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introduced to a biofilm in order to penetrate and disrupt its structural integrity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Our application will deliver the existing nanoparticle technology (developed by AMI) to treat dental biofilms in a way that places no additional burden on the patient.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1" name="Google Shape;2411;p38"/>
          <p:cNvSpPr txBox="1"/>
          <p:nvPr/>
        </p:nvSpPr>
        <p:spPr>
          <a:xfrm>
            <a:off x="548538" y="2807500"/>
            <a:ext cx="2540100" cy="400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Current Treatment Options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2" name="Google Shape;2412;p38"/>
          <p:cNvSpPr txBox="1"/>
          <p:nvPr/>
        </p:nvSpPr>
        <p:spPr>
          <a:xfrm>
            <a:off x="3304912" y="2807500"/>
            <a:ext cx="2540100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Applications </a:t>
            </a:r>
            <a:r>
              <a:rPr b="1"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Considered 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3" name="Google Shape;2413;p38"/>
          <p:cNvSpPr txBox="1"/>
          <p:nvPr/>
        </p:nvSpPr>
        <p:spPr>
          <a:xfrm>
            <a:off x="6055363" y="2807500"/>
            <a:ext cx="2540100" cy="4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Recommended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4" name="Google Shape;2414;p38"/>
          <p:cNvSpPr/>
          <p:nvPr/>
        </p:nvSpPr>
        <p:spPr>
          <a:xfrm>
            <a:off x="554463" y="2826850"/>
            <a:ext cx="2540100" cy="2144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38"/>
          <p:cNvSpPr/>
          <p:nvPr/>
        </p:nvSpPr>
        <p:spPr>
          <a:xfrm>
            <a:off x="6055363" y="2826850"/>
            <a:ext cx="2540100" cy="2144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16" name="Google Shape;241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463" y="4026175"/>
            <a:ext cx="1416353" cy="94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7" name="Google Shape;241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1579" y="3207700"/>
            <a:ext cx="1512984" cy="81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8" name="Google Shape;241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6781" y="4026168"/>
            <a:ext cx="945375" cy="94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9" name="Google Shape;2419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6913" y="3207700"/>
            <a:ext cx="818475" cy="81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0" name="Google Shape;2420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75187" y="3827225"/>
            <a:ext cx="1080199" cy="108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1" name="Google Shape;2421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63638" y="3253000"/>
            <a:ext cx="1185975" cy="7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2" name="Google Shape;2422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20587" y="3977525"/>
            <a:ext cx="1080201" cy="90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3" name="Google Shape;2423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4895038" y="3404573"/>
            <a:ext cx="818474" cy="1080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4" name="Google Shape;2424;p3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84063" y="3243500"/>
            <a:ext cx="1674050" cy="167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5" name="Google Shape;2425;p3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08900" y="1016913"/>
            <a:ext cx="2286575" cy="15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6" name="Google Shape;2426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39"/>
          <p:cNvSpPr/>
          <p:nvPr/>
        </p:nvSpPr>
        <p:spPr>
          <a:xfrm>
            <a:off x="-100" y="3389275"/>
            <a:ext cx="9144000" cy="952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39"/>
          <p:cNvSpPr/>
          <p:nvPr/>
        </p:nvSpPr>
        <p:spPr>
          <a:xfrm>
            <a:off x="0" y="2324525"/>
            <a:ext cx="1756800" cy="28188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39"/>
          <p:cNvSpPr txBox="1"/>
          <p:nvPr>
            <p:ph type="title"/>
          </p:nvPr>
        </p:nvSpPr>
        <p:spPr>
          <a:xfrm>
            <a:off x="330975" y="11435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</a:rPr>
              <a:t>Main </a:t>
            </a:r>
            <a:r>
              <a:rPr lang="en" sz="2700">
                <a:solidFill>
                  <a:srgbClr val="000000"/>
                </a:solidFill>
              </a:rPr>
              <a:t>Customer </a:t>
            </a:r>
            <a:r>
              <a:rPr lang="en" sz="2700">
                <a:solidFill>
                  <a:srgbClr val="000000"/>
                </a:solidFill>
              </a:rPr>
              <a:t>Segment</a:t>
            </a:r>
            <a:endParaRPr sz="2700">
              <a:solidFill>
                <a:srgbClr val="000000"/>
              </a:solidFill>
            </a:endParaRPr>
          </a:p>
        </p:txBody>
      </p:sp>
      <p:sp>
        <p:nvSpPr>
          <p:cNvPr id="2434" name="Google Shape;2434;p39"/>
          <p:cNvSpPr txBox="1"/>
          <p:nvPr/>
        </p:nvSpPr>
        <p:spPr>
          <a:xfrm>
            <a:off x="1756800" y="4491175"/>
            <a:ext cx="685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North America (this region holds </a:t>
            </a: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majority</a:t>
            </a: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 market share in the water flosser market)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35" name="Google Shape;2435;p39"/>
          <p:cNvPicPr preferRelativeResize="0"/>
          <p:nvPr/>
        </p:nvPicPr>
        <p:blipFill rotWithShape="1">
          <a:blip r:embed="rId3">
            <a:alphaModFix/>
          </a:blip>
          <a:srcRect b="0" l="16310" r="0" t="0"/>
          <a:stretch/>
        </p:blipFill>
        <p:spPr>
          <a:xfrm>
            <a:off x="0" y="848538"/>
            <a:ext cx="1901375" cy="151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436" name="Google Shape;2436;p39"/>
          <p:cNvSpPr txBox="1"/>
          <p:nvPr/>
        </p:nvSpPr>
        <p:spPr>
          <a:xfrm>
            <a:off x="121738" y="2929500"/>
            <a:ext cx="139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Demographic 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7" name="Google Shape;2437;p39"/>
          <p:cNvSpPr txBox="1"/>
          <p:nvPr/>
        </p:nvSpPr>
        <p:spPr>
          <a:xfrm>
            <a:off x="121750" y="3756388"/>
            <a:ext cx="1610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Socioeconomic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8" name="Google Shape;2438;p39"/>
          <p:cNvSpPr txBox="1"/>
          <p:nvPr/>
        </p:nvSpPr>
        <p:spPr>
          <a:xfrm>
            <a:off x="230813" y="4591225"/>
            <a:ext cx="139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Geographic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9" name="Google Shape;2439;p39"/>
          <p:cNvSpPr txBox="1"/>
          <p:nvPr/>
        </p:nvSpPr>
        <p:spPr>
          <a:xfrm>
            <a:off x="1814738" y="2667163"/>
            <a:ext cx="419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All genders and races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Ages 25-60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0" name="Google Shape;2440;p39"/>
          <p:cNvSpPr txBox="1"/>
          <p:nvPr/>
        </p:nvSpPr>
        <p:spPr>
          <a:xfrm>
            <a:off x="1773200" y="3556425"/>
            <a:ext cx="6016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Highly educated (undergraduate and beyond)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High disposable income 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Access to quality dental care 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41" name="Google Shape;244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948" y="2619500"/>
            <a:ext cx="384884" cy="3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2" name="Google Shape;244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561" y="3479688"/>
            <a:ext cx="337675" cy="33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3" name="Google Shape;2443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450" y="4257600"/>
            <a:ext cx="441900" cy="4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4" name="Google Shape;2444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5" name="Google Shape;2445;p39"/>
          <p:cNvSpPr txBox="1"/>
          <p:nvPr/>
        </p:nvSpPr>
        <p:spPr>
          <a:xfrm>
            <a:off x="1901375" y="724325"/>
            <a:ext cx="2608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A4C2F4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endParaRPr b="1" sz="2300">
              <a:solidFill>
                <a:srgbClr val="A4C2F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A4C2F4"/>
                </a:solidFill>
                <a:latin typeface="Poppins"/>
                <a:ea typeface="Poppins"/>
                <a:cs typeface="Poppins"/>
                <a:sym typeface="Poppins"/>
              </a:rPr>
              <a:t>“Extra Oral Hygiene Advocate”</a:t>
            </a:r>
            <a:endParaRPr b="1" sz="2300">
              <a:solidFill>
                <a:srgbClr val="A4C2F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WATER FLOSSER USER</a:t>
            </a:r>
            <a:endParaRPr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46" name="Google Shape;2446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48175" y="114350"/>
            <a:ext cx="3554243" cy="33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39"/>
          <p:cNvSpPr txBox="1"/>
          <p:nvPr/>
        </p:nvSpPr>
        <p:spPr>
          <a:xfrm>
            <a:off x="5728988" y="207050"/>
            <a:ext cx="139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WANTS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8" name="Google Shape;2448;p39"/>
          <p:cNvSpPr txBox="1"/>
          <p:nvPr/>
        </p:nvSpPr>
        <p:spPr>
          <a:xfrm>
            <a:off x="4962913" y="724325"/>
            <a:ext cx="139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NEEDS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9" name="Google Shape;2449;p39"/>
          <p:cNvSpPr txBox="1"/>
          <p:nvPr/>
        </p:nvSpPr>
        <p:spPr>
          <a:xfrm>
            <a:off x="6809813" y="1798163"/>
            <a:ext cx="139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FEARS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0" name="Google Shape;2450;p39"/>
          <p:cNvSpPr txBox="1"/>
          <p:nvPr/>
        </p:nvSpPr>
        <p:spPr>
          <a:xfrm>
            <a:off x="6179300" y="2113775"/>
            <a:ext cx="185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-Fears aging/ tooth decay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-Follows habits taught by family of origin, OR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1" name="Google Shape;2451;p39"/>
          <p:cNvSpPr txBox="1"/>
          <p:nvPr/>
        </p:nvSpPr>
        <p:spPr>
          <a:xfrm>
            <a:off x="6074925" y="478175"/>
            <a:ext cx="1756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-Additional hygiene benefits without additional hassle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-Results that can be seen 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2" name="Google Shape;2452;p39"/>
          <p:cNvSpPr txBox="1"/>
          <p:nvPr/>
        </p:nvSpPr>
        <p:spPr>
          <a:xfrm>
            <a:off x="4780825" y="1109225"/>
            <a:ext cx="129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-Proof that oral hygiene solutions actually work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-Recommendation /approval from a dental professional 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3" name="Google Shape;2453;p39"/>
          <p:cNvSpPr txBox="1"/>
          <p:nvPr/>
        </p:nvSpPr>
        <p:spPr>
          <a:xfrm>
            <a:off x="6005750" y="2571750"/>
            <a:ext cx="161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-Avoids poor hygiene habits learned in family of origin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-Fear over facts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40"/>
          <p:cNvSpPr txBox="1"/>
          <p:nvPr>
            <p:ph type="title"/>
          </p:nvPr>
        </p:nvSpPr>
        <p:spPr>
          <a:xfrm>
            <a:off x="720000" y="30455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Patient Journey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2459" name="Google Shape;24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50" y="993725"/>
            <a:ext cx="8696101" cy="3987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60" name="Google Shape;2460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1" name="Google Shape;2461;p40"/>
          <p:cNvSpPr/>
          <p:nvPr/>
        </p:nvSpPr>
        <p:spPr>
          <a:xfrm>
            <a:off x="5641325" y="3380575"/>
            <a:ext cx="342300" cy="350700"/>
          </a:xfrm>
          <a:prstGeom prst="star4">
            <a:avLst>
              <a:gd fmla="val 12500" name="adj"/>
            </a:avLst>
          </a:prstGeom>
          <a:solidFill>
            <a:srgbClr val="FFD966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40"/>
          <p:cNvSpPr txBox="1"/>
          <p:nvPr/>
        </p:nvSpPr>
        <p:spPr>
          <a:xfrm>
            <a:off x="5764350" y="3209525"/>
            <a:ext cx="315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Point of Intervention (though dental hygienist)</a:t>
            </a:r>
            <a:endParaRPr sz="900">
              <a:solidFill>
                <a:srgbClr val="99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6" name="Shape 2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Google Shape;2467;p41"/>
          <p:cNvSpPr/>
          <p:nvPr/>
        </p:nvSpPr>
        <p:spPr>
          <a:xfrm>
            <a:off x="0" y="3603850"/>
            <a:ext cx="9070500" cy="153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41"/>
          <p:cNvSpPr txBox="1"/>
          <p:nvPr>
            <p:ph idx="4294967295" type="subTitle"/>
          </p:nvPr>
        </p:nvSpPr>
        <p:spPr>
          <a:xfrm>
            <a:off x="796325" y="1919118"/>
            <a:ext cx="2022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In-person interviews of our friends, family, and professors.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69" name="Google Shape;2469;p41"/>
          <p:cNvSpPr txBox="1"/>
          <p:nvPr>
            <p:ph idx="4294967295" type="subTitle"/>
          </p:nvPr>
        </p:nvSpPr>
        <p:spPr>
          <a:xfrm>
            <a:off x="6477575" y="1413656"/>
            <a:ext cx="2022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Asking dentists.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70" name="Google Shape;2470;p41"/>
          <p:cNvSpPr txBox="1"/>
          <p:nvPr>
            <p:ph idx="4294967295" type="subTitle"/>
          </p:nvPr>
        </p:nvSpPr>
        <p:spPr>
          <a:xfrm>
            <a:off x="6477575" y="2812994"/>
            <a:ext cx="2022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Asking people in the JFF hallway including students and guards.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71" name="Google Shape;2471;p41"/>
          <p:cNvSpPr txBox="1"/>
          <p:nvPr>
            <p:ph idx="4294967295" type="subTitle"/>
          </p:nvPr>
        </p:nvSpPr>
        <p:spPr>
          <a:xfrm>
            <a:off x="226025" y="1519838"/>
            <a:ext cx="25929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In-person friends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2472" name="Google Shape;2472;p41"/>
          <p:cNvSpPr txBox="1"/>
          <p:nvPr>
            <p:ph idx="4294967295" type="subTitle"/>
          </p:nvPr>
        </p:nvSpPr>
        <p:spPr>
          <a:xfrm>
            <a:off x="6477597" y="1014386"/>
            <a:ext cx="20226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Dentists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2473" name="Google Shape;2473;p41"/>
          <p:cNvSpPr txBox="1"/>
          <p:nvPr>
            <p:ph idx="4294967295" type="subTitle"/>
          </p:nvPr>
        </p:nvSpPr>
        <p:spPr>
          <a:xfrm>
            <a:off x="3489053" y="1762222"/>
            <a:ext cx="23184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Interviews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4" name="Google Shape;2474;p41"/>
          <p:cNvSpPr txBox="1"/>
          <p:nvPr>
            <p:ph idx="4294967295" type="subTitle"/>
          </p:nvPr>
        </p:nvSpPr>
        <p:spPr>
          <a:xfrm>
            <a:off x="6477601" y="2485275"/>
            <a:ext cx="2592900" cy="4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In-person random</a:t>
            </a:r>
            <a:endParaRPr b="1" sz="1500">
              <a:solidFill>
                <a:schemeClr val="dk1"/>
              </a:solidFill>
            </a:endParaRPr>
          </a:p>
        </p:txBody>
      </p:sp>
      <p:cxnSp>
        <p:nvCxnSpPr>
          <p:cNvPr id="2475" name="Google Shape;2475;p41"/>
          <p:cNvCxnSpPr>
            <a:stCxn id="2473" idx="3"/>
            <a:endCxn id="2472" idx="1"/>
          </p:cNvCxnSpPr>
          <p:nvPr/>
        </p:nvCxnSpPr>
        <p:spPr>
          <a:xfrm flipH="1" rot="10800000">
            <a:off x="5807453" y="1253122"/>
            <a:ext cx="670200" cy="7479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6" name="Google Shape;2476;p41"/>
          <p:cNvCxnSpPr>
            <a:stCxn id="2473" idx="3"/>
            <a:endCxn id="2474" idx="1"/>
          </p:cNvCxnSpPr>
          <p:nvPr/>
        </p:nvCxnSpPr>
        <p:spPr>
          <a:xfrm>
            <a:off x="5807453" y="2001022"/>
            <a:ext cx="670200" cy="7230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7" name="Google Shape;2477;p41"/>
          <p:cNvSpPr txBox="1"/>
          <p:nvPr/>
        </p:nvSpPr>
        <p:spPr>
          <a:xfrm>
            <a:off x="3789800" y="1426975"/>
            <a:ext cx="171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42 data points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8" name="Google Shape;2478;p41"/>
          <p:cNvSpPr txBox="1"/>
          <p:nvPr>
            <p:ph type="title"/>
          </p:nvPr>
        </p:nvSpPr>
        <p:spPr>
          <a:xfrm>
            <a:off x="720000" y="2352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>
                <a:solidFill>
                  <a:srgbClr val="000000"/>
                </a:solidFill>
              </a:rPr>
              <a:t>nterview Findings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79" name="Google Shape;2479;p41"/>
          <p:cNvSpPr/>
          <p:nvPr/>
        </p:nvSpPr>
        <p:spPr>
          <a:xfrm>
            <a:off x="4423725" y="2406575"/>
            <a:ext cx="495300" cy="1035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41"/>
          <p:cNvSpPr txBox="1"/>
          <p:nvPr/>
        </p:nvSpPr>
        <p:spPr>
          <a:xfrm>
            <a:off x="25950" y="4137250"/>
            <a:ext cx="179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Dentists, hygienists, and family of origin educate on dental health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1" name="Google Shape;2481;p41"/>
          <p:cNvSpPr txBox="1"/>
          <p:nvPr/>
        </p:nvSpPr>
        <p:spPr>
          <a:xfrm>
            <a:off x="1816450" y="4137250"/>
            <a:ext cx="2022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Patients are interested in improving their health &amp; minimizing shame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2" name="Google Shape;2482;p41"/>
          <p:cNvSpPr txBox="1"/>
          <p:nvPr/>
        </p:nvSpPr>
        <p:spPr>
          <a:xfrm>
            <a:off x="3735300" y="4077100"/>
            <a:ext cx="2022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Patients need proof that solutions actually work before commiting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3" name="Google Shape;2483;p41"/>
          <p:cNvSpPr txBox="1"/>
          <p:nvPr/>
        </p:nvSpPr>
        <p:spPr>
          <a:xfrm>
            <a:off x="5580425" y="4102400"/>
            <a:ext cx="1749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Patients prioritize appearance of teeth over health of teeth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4" name="Google Shape;2484;p41"/>
          <p:cNvSpPr txBox="1"/>
          <p:nvPr/>
        </p:nvSpPr>
        <p:spPr>
          <a:xfrm>
            <a:off x="7387950" y="4077100"/>
            <a:ext cx="1749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Patients think that they already have effective oral hygiene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5" name="Google Shape;2485;p41"/>
          <p:cNvSpPr/>
          <p:nvPr/>
        </p:nvSpPr>
        <p:spPr>
          <a:xfrm>
            <a:off x="527850" y="3535150"/>
            <a:ext cx="670200" cy="615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41"/>
          <p:cNvSpPr/>
          <p:nvPr/>
        </p:nvSpPr>
        <p:spPr>
          <a:xfrm>
            <a:off x="2492650" y="3528500"/>
            <a:ext cx="670200" cy="615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41"/>
          <p:cNvSpPr/>
          <p:nvPr/>
        </p:nvSpPr>
        <p:spPr>
          <a:xfrm>
            <a:off x="4266150" y="3528500"/>
            <a:ext cx="670200" cy="615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41"/>
          <p:cNvSpPr/>
          <p:nvPr/>
        </p:nvSpPr>
        <p:spPr>
          <a:xfrm>
            <a:off x="6028600" y="3571500"/>
            <a:ext cx="670200" cy="615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41"/>
          <p:cNvSpPr/>
          <p:nvPr/>
        </p:nvSpPr>
        <p:spPr>
          <a:xfrm>
            <a:off x="7739425" y="3547600"/>
            <a:ext cx="670200" cy="615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41"/>
          <p:cNvSpPr txBox="1"/>
          <p:nvPr>
            <p:ph type="title"/>
          </p:nvPr>
        </p:nvSpPr>
        <p:spPr>
          <a:xfrm>
            <a:off x="702750" y="3564000"/>
            <a:ext cx="3429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Exo"/>
                <a:ea typeface="Exo"/>
                <a:cs typeface="Exo"/>
                <a:sym typeface="Exo"/>
              </a:rPr>
              <a:t>1</a:t>
            </a:r>
            <a:endParaRPr>
              <a:solidFill>
                <a:schemeClr val="lt2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91" name="Google Shape;2491;p41"/>
          <p:cNvSpPr txBox="1"/>
          <p:nvPr>
            <p:ph type="title"/>
          </p:nvPr>
        </p:nvSpPr>
        <p:spPr>
          <a:xfrm>
            <a:off x="2628650" y="3564000"/>
            <a:ext cx="3429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Exo"/>
                <a:ea typeface="Exo"/>
                <a:cs typeface="Exo"/>
                <a:sym typeface="Exo"/>
              </a:rPr>
              <a:t>2</a:t>
            </a:r>
            <a:endParaRPr>
              <a:solidFill>
                <a:schemeClr val="lt2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92" name="Google Shape;2492;p41"/>
          <p:cNvSpPr txBox="1"/>
          <p:nvPr>
            <p:ph type="title"/>
          </p:nvPr>
        </p:nvSpPr>
        <p:spPr>
          <a:xfrm>
            <a:off x="4402150" y="3564000"/>
            <a:ext cx="4953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Exo"/>
                <a:ea typeface="Exo"/>
                <a:cs typeface="Exo"/>
                <a:sym typeface="Exo"/>
              </a:rPr>
              <a:t>3</a:t>
            </a:r>
            <a:endParaRPr>
              <a:solidFill>
                <a:schemeClr val="lt2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93" name="Google Shape;2493;p41"/>
          <p:cNvSpPr txBox="1"/>
          <p:nvPr>
            <p:ph type="title"/>
          </p:nvPr>
        </p:nvSpPr>
        <p:spPr>
          <a:xfrm>
            <a:off x="6126500" y="3603850"/>
            <a:ext cx="4953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Exo"/>
                <a:ea typeface="Exo"/>
                <a:cs typeface="Exo"/>
                <a:sym typeface="Exo"/>
              </a:rPr>
              <a:t>4</a:t>
            </a:r>
            <a:endParaRPr>
              <a:solidFill>
                <a:schemeClr val="lt2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94" name="Google Shape;2494;p41"/>
          <p:cNvSpPr txBox="1"/>
          <p:nvPr>
            <p:ph type="title"/>
          </p:nvPr>
        </p:nvSpPr>
        <p:spPr>
          <a:xfrm>
            <a:off x="7852050" y="3623800"/>
            <a:ext cx="4953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Exo"/>
                <a:ea typeface="Exo"/>
                <a:cs typeface="Exo"/>
                <a:sym typeface="Exo"/>
              </a:rPr>
              <a:t>5</a:t>
            </a:r>
            <a:endParaRPr>
              <a:solidFill>
                <a:schemeClr val="lt2"/>
              </a:solidFill>
              <a:latin typeface="Exo"/>
              <a:ea typeface="Exo"/>
              <a:cs typeface="Exo"/>
              <a:sym typeface="Exo"/>
            </a:endParaRPr>
          </a:p>
        </p:txBody>
      </p:sp>
      <p:cxnSp>
        <p:nvCxnSpPr>
          <p:cNvPr id="2495" name="Google Shape;2495;p41"/>
          <p:cNvCxnSpPr>
            <a:stCxn id="2473" idx="1"/>
          </p:cNvCxnSpPr>
          <p:nvPr/>
        </p:nvCxnSpPr>
        <p:spPr>
          <a:xfrm flipH="1">
            <a:off x="2929253" y="2001022"/>
            <a:ext cx="559800" cy="57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6" name="Google Shape;2496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42"/>
          <p:cNvSpPr txBox="1"/>
          <p:nvPr>
            <p:ph type="title"/>
          </p:nvPr>
        </p:nvSpPr>
        <p:spPr>
          <a:xfrm>
            <a:off x="720000" y="2225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</a:rPr>
              <a:t>Hypothesis Testing &amp; Market Entry</a:t>
            </a:r>
            <a:endParaRPr sz="2700">
              <a:solidFill>
                <a:srgbClr val="000000"/>
              </a:solidFill>
            </a:endParaRPr>
          </a:p>
        </p:txBody>
      </p:sp>
      <p:pic>
        <p:nvPicPr>
          <p:cNvPr id="2502" name="Google Shape;250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1771" y="4064667"/>
            <a:ext cx="1464546" cy="10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3" name="Google Shape;250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3275" y="4064663"/>
            <a:ext cx="1535150" cy="1013210"/>
          </a:xfrm>
          <a:prstGeom prst="rect">
            <a:avLst/>
          </a:prstGeom>
          <a:noFill/>
          <a:ln>
            <a:noFill/>
          </a:ln>
        </p:spPr>
      </p:pic>
      <p:sp>
        <p:nvSpPr>
          <p:cNvPr id="2504" name="Google Shape;2504;p42"/>
          <p:cNvSpPr txBox="1"/>
          <p:nvPr/>
        </p:nvSpPr>
        <p:spPr>
          <a:xfrm>
            <a:off x="152400" y="3995575"/>
            <a:ext cx="91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PRIMARY: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5" name="Google Shape;2505;p42"/>
          <p:cNvSpPr txBox="1"/>
          <p:nvPr/>
        </p:nvSpPr>
        <p:spPr>
          <a:xfrm>
            <a:off x="2871975" y="3995575"/>
            <a:ext cx="126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SECONDARY: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06" name="Google Shape;250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852500"/>
            <a:ext cx="8822702" cy="3059774"/>
          </a:xfrm>
          <a:prstGeom prst="rect">
            <a:avLst/>
          </a:prstGeom>
          <a:noFill/>
          <a:ln>
            <a:noFill/>
          </a:ln>
        </p:spPr>
      </p:pic>
      <p:sp>
        <p:nvSpPr>
          <p:cNvPr id="2507" name="Google Shape;250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08" name="Google Shape;2508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9925" y="4064675"/>
            <a:ext cx="1554414" cy="9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p43"/>
          <p:cNvSpPr txBox="1"/>
          <p:nvPr>
            <p:ph type="title"/>
          </p:nvPr>
        </p:nvSpPr>
        <p:spPr>
          <a:xfrm>
            <a:off x="720000" y="1878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2500">
                <a:solidFill>
                  <a:srgbClr val="000000"/>
                </a:solidFill>
              </a:rPr>
              <a:t>Segment Strategy &amp; P</a:t>
            </a:r>
            <a:r>
              <a:rPr lang="en" sz="2500">
                <a:solidFill>
                  <a:srgbClr val="000000"/>
                </a:solidFill>
              </a:rPr>
              <a:t>roduct Positioning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2514" name="Google Shape;2514;p43"/>
          <p:cNvSpPr txBox="1"/>
          <p:nvPr>
            <p:ph idx="1" type="body"/>
          </p:nvPr>
        </p:nvSpPr>
        <p:spPr>
          <a:xfrm>
            <a:off x="311275" y="665400"/>
            <a:ext cx="83649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The core product is a </a:t>
            </a:r>
            <a:r>
              <a:rPr b="1" lang="en" sz="1000">
                <a:latin typeface="Poppins"/>
                <a:ea typeface="Poppins"/>
                <a:cs typeface="Poppins"/>
                <a:sym typeface="Poppins"/>
              </a:rPr>
              <a:t>solution for water floss</a:t>
            </a:r>
            <a:endParaRPr b="1" sz="1000"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b="1" lang="en" sz="1000">
                <a:latin typeface="Poppins"/>
                <a:ea typeface="Poppins"/>
                <a:cs typeface="Poppins"/>
                <a:sym typeface="Poppins"/>
              </a:rPr>
              <a:t>Initial focus on water flosser users (see main customer segment)</a:t>
            </a:r>
            <a:endParaRPr b="1" sz="1000"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Initial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introduction into 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water floss market with potential expansion into additional application areas (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CAGR of 5.3% from 2021 to 2028</a:t>
            </a:r>
            <a:r>
              <a:rPr baseline="30000" lang="en" sz="100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)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5" name="Google Shape;2515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16" name="Google Shape;251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3537" y="3890800"/>
            <a:ext cx="616250" cy="111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7" name="Google Shape;251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4400" y="2524150"/>
            <a:ext cx="1473949" cy="1366643"/>
          </a:xfrm>
          <a:prstGeom prst="rect">
            <a:avLst/>
          </a:prstGeom>
          <a:noFill/>
          <a:ln>
            <a:noFill/>
          </a:ln>
        </p:spPr>
      </p:pic>
      <p:sp>
        <p:nvSpPr>
          <p:cNvPr id="2518" name="Google Shape;2518;p43"/>
          <p:cNvSpPr txBox="1"/>
          <p:nvPr/>
        </p:nvSpPr>
        <p:spPr>
          <a:xfrm>
            <a:off x="394550" y="1409700"/>
            <a:ext cx="4273800" cy="1015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Poppins"/>
                <a:ea typeface="Poppins"/>
                <a:cs typeface="Poppins"/>
                <a:sym typeface="Poppins"/>
              </a:rPr>
              <a:t>PHASE 1: INTRODUCE WATER FLOSSER FLUID </a:t>
            </a:r>
            <a:endParaRPr b="1"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Primarily </a:t>
            </a: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competing</a:t>
            </a: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 against </a:t>
            </a:r>
            <a:r>
              <a:rPr lang="en" sz="900" u="sng">
                <a:latin typeface="Poppins"/>
                <a:ea typeface="Poppins"/>
                <a:cs typeface="Poppins"/>
                <a:sym typeface="Poppins"/>
              </a:rPr>
              <a:t>sink water</a:t>
            </a: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 (free)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Establish NanoShine™ brand and value of nanoparticles for oral hygiene 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partnership/bundle option</a:t>
            </a: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 with existing Water Flosser brands 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9" name="Google Shape;2519;p43"/>
          <p:cNvSpPr txBox="1"/>
          <p:nvPr/>
        </p:nvSpPr>
        <p:spPr>
          <a:xfrm>
            <a:off x="4668350" y="4260825"/>
            <a:ext cx="4273800" cy="600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Poppins"/>
                <a:ea typeface="Poppins"/>
                <a:cs typeface="Poppins"/>
                <a:sym typeface="Poppins"/>
              </a:rPr>
              <a:t>PHASE 2: DEVELOP ADDITIONAL APPLICATION AREAS </a:t>
            </a:r>
            <a:endParaRPr b="1"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Higher competition 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Brand trust required before expanding applications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20" name="Google Shape;252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1213" y="4180700"/>
            <a:ext cx="479813" cy="9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1" name="Google Shape;2521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4550" y="2571750"/>
            <a:ext cx="2625199" cy="228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2" name="Google Shape;2522;p43"/>
          <p:cNvSpPr/>
          <p:nvPr/>
        </p:nvSpPr>
        <p:spPr>
          <a:xfrm rot="1270420">
            <a:off x="2740473" y="2487605"/>
            <a:ext cx="416948" cy="391489"/>
          </a:xfrm>
          <a:prstGeom prst="star4">
            <a:avLst>
              <a:gd fmla="val 12500" name="adj"/>
            </a:avLst>
          </a:prstGeom>
          <a:solidFill>
            <a:srgbClr val="FFD966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43"/>
          <p:cNvSpPr txBox="1"/>
          <p:nvPr>
            <p:ph idx="1" type="body"/>
          </p:nvPr>
        </p:nvSpPr>
        <p:spPr>
          <a:xfrm>
            <a:off x="4668350" y="1258175"/>
            <a:ext cx="4422300" cy="30027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oppins"/>
                <a:ea typeface="Poppins"/>
                <a:cs typeface="Poppins"/>
                <a:sym typeface="Poppins"/>
              </a:rPr>
              <a:t>VALUE PROPOSITION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“get more out of your hygiene routine with no additional effort”</a:t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GAIN CREATORS</a:t>
            </a:r>
            <a:endParaRPr b="1" sz="900">
              <a:solidFill>
                <a:srgbClr val="6AA84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Minimal behavior change required among water flosser users</a:t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Scientifically proven to disrupt the structural integrity of dental biofilms </a:t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Extra touchpoint of biofilm removal after brushing and rinsing</a:t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PAIN RELIEVERS</a:t>
            </a:r>
            <a:endParaRPr b="1" sz="900"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Prevention of dental caries and periodontal disease </a:t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Better removal of visible and nonvisible plaque</a:t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Peace of mind that the best possible hygiene routine is being followed</a:t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JOBS TO BE DONE</a:t>
            </a:r>
            <a:endParaRPr b="1" sz="9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Removal of dental biofilm beyond standard brushing, flossing, and mouth rinse</a:t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Minimize risk for dental caries and oral disease</a:t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Char char="●"/>
            </a:pPr>
            <a:r>
              <a:rPr lang="en" sz="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oral hygiene between professional cleanings</a:t>
            </a:r>
            <a:endParaRPr sz="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24" name="Google Shape;2524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82975" y="4079572"/>
            <a:ext cx="373800" cy="96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44"/>
          <p:cNvSpPr txBox="1"/>
          <p:nvPr>
            <p:ph type="title"/>
          </p:nvPr>
        </p:nvSpPr>
        <p:spPr>
          <a:xfrm>
            <a:off x="720000" y="32265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2700">
                <a:solidFill>
                  <a:srgbClr val="000000"/>
                </a:solidFill>
              </a:rPr>
              <a:t>TAM / SAM / SOM</a:t>
            </a:r>
            <a:endParaRPr sz="2700">
              <a:solidFill>
                <a:srgbClr val="000000"/>
              </a:solidFill>
            </a:endParaRPr>
          </a:p>
        </p:txBody>
      </p:sp>
      <p:sp>
        <p:nvSpPr>
          <p:cNvPr id="2530" name="Google Shape;2530;p44"/>
          <p:cNvSpPr/>
          <p:nvPr/>
        </p:nvSpPr>
        <p:spPr>
          <a:xfrm>
            <a:off x="720000" y="1118100"/>
            <a:ext cx="3878400" cy="3685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p44"/>
          <p:cNvSpPr/>
          <p:nvPr/>
        </p:nvSpPr>
        <p:spPr>
          <a:xfrm>
            <a:off x="1302300" y="2056800"/>
            <a:ext cx="2713800" cy="27465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  <p:sp>
        <p:nvSpPr>
          <p:cNvPr id="2532" name="Google Shape;2532;p44"/>
          <p:cNvSpPr txBox="1"/>
          <p:nvPr/>
        </p:nvSpPr>
        <p:spPr>
          <a:xfrm>
            <a:off x="1427250" y="1563125"/>
            <a:ext cx="246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TAM 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($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35.417 Billion)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3" name="Google Shape;2533;p44"/>
          <p:cNvSpPr txBox="1"/>
          <p:nvPr/>
        </p:nvSpPr>
        <p:spPr>
          <a:xfrm>
            <a:off x="1714200" y="2371638"/>
            <a:ext cx="23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SAM </a:t>
            </a: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$</a:t>
            </a: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827.4 million) 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4" name="Google Shape;2534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5" name="Google Shape;2535;p44"/>
          <p:cNvSpPr txBox="1"/>
          <p:nvPr/>
        </p:nvSpPr>
        <p:spPr>
          <a:xfrm>
            <a:off x="4778850" y="1856050"/>
            <a:ext cx="4543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TAM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: US population * $107 per NanoPik product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SAM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: Total water 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flosser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market (2022)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SOM 1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: Water Pik’s total revenue (2022)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SOM 2: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Revenue 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generated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by US dentist/hygienist KOL referrals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536" name="Google Shape;2536;p44"/>
          <p:cNvCxnSpPr/>
          <p:nvPr/>
        </p:nvCxnSpPr>
        <p:spPr>
          <a:xfrm>
            <a:off x="4747050" y="1194400"/>
            <a:ext cx="31800" cy="330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11000"/>
              </a:srgbClr>
            </a:outerShdw>
            <a:reflection blurRad="0" dir="0" dist="0" endA="0" endPos="6000" fadeDir="5400012" kx="0" rotWithShape="0" algn="bl" stA="0" stPos="0" sy="-100000" ky="0"/>
          </a:effectLst>
        </p:spPr>
      </p:cxnSp>
      <p:sp>
        <p:nvSpPr>
          <p:cNvPr id="2537" name="Google Shape;2537;p44"/>
          <p:cNvSpPr/>
          <p:nvPr/>
        </p:nvSpPr>
        <p:spPr>
          <a:xfrm>
            <a:off x="1490200" y="2815400"/>
            <a:ext cx="2353800" cy="1987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8" name="Google Shape;2538;p44"/>
          <p:cNvSpPr/>
          <p:nvPr/>
        </p:nvSpPr>
        <p:spPr>
          <a:xfrm>
            <a:off x="2553000" y="3366975"/>
            <a:ext cx="1257600" cy="11808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SOM 2</a:t>
            </a:r>
            <a:endParaRPr b="1"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Dentist &amp; Hygienist</a:t>
            </a:r>
            <a:endParaRPr b="1"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$</a:t>
            </a:r>
            <a:r>
              <a:rPr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232.8 million)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9" name="Google Shape;2539;p44"/>
          <p:cNvSpPr/>
          <p:nvPr/>
        </p:nvSpPr>
        <p:spPr>
          <a:xfrm>
            <a:off x="1523650" y="3340125"/>
            <a:ext cx="1196100" cy="12345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SOM 1</a:t>
            </a:r>
            <a:endParaRPr b="1"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WaterPik </a:t>
            </a:r>
            <a:r>
              <a:rPr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$</a:t>
            </a:r>
            <a:r>
              <a:rPr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198.5 million)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0" name="Google Shape;2540;p44"/>
          <p:cNvSpPr txBox="1"/>
          <p:nvPr/>
        </p:nvSpPr>
        <p:spPr>
          <a:xfrm>
            <a:off x="1839800" y="2982075"/>
            <a:ext cx="173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SOM </a:t>
            </a:r>
            <a:r>
              <a:rPr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$</a:t>
            </a:r>
            <a:r>
              <a:rPr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431.3</a:t>
            </a:r>
            <a:r>
              <a:rPr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million) 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p45"/>
          <p:cNvSpPr txBox="1"/>
          <p:nvPr>
            <p:ph type="title"/>
          </p:nvPr>
        </p:nvSpPr>
        <p:spPr>
          <a:xfrm>
            <a:off x="720000" y="17085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2900">
                <a:solidFill>
                  <a:srgbClr val="000000"/>
                </a:solidFill>
              </a:rPr>
              <a:t> ﻿﻿﻿Competitive Positioning </a:t>
            </a:r>
            <a:endParaRPr sz="2900">
              <a:solidFill>
                <a:srgbClr val="000000"/>
              </a:solidFill>
            </a:endParaRPr>
          </a:p>
        </p:txBody>
      </p:sp>
      <p:cxnSp>
        <p:nvCxnSpPr>
          <p:cNvPr id="2546" name="Google Shape;2546;p45"/>
          <p:cNvCxnSpPr>
            <a:endCxn id="2547" idx="0"/>
          </p:cNvCxnSpPr>
          <p:nvPr/>
        </p:nvCxnSpPr>
        <p:spPr>
          <a:xfrm>
            <a:off x="4324300" y="1177875"/>
            <a:ext cx="9900" cy="343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8" name="Google Shape;2548;p45"/>
          <p:cNvCxnSpPr/>
          <p:nvPr/>
        </p:nvCxnSpPr>
        <p:spPr>
          <a:xfrm>
            <a:off x="312625" y="2605625"/>
            <a:ext cx="84264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9" name="Google Shape;254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0" name="Google Shape;2550;p45"/>
          <p:cNvSpPr txBox="1"/>
          <p:nvPr>
            <p:ph idx="1" type="body"/>
          </p:nvPr>
        </p:nvSpPr>
        <p:spPr>
          <a:xfrm>
            <a:off x="173975" y="2538350"/>
            <a:ext cx="14586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Manual (Labor </a:t>
            </a: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Intensive)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1" name="Google Shape;2551;p45"/>
          <p:cNvSpPr txBox="1"/>
          <p:nvPr>
            <p:ph idx="1" type="body"/>
          </p:nvPr>
        </p:nvSpPr>
        <p:spPr>
          <a:xfrm>
            <a:off x="6993526" y="2531000"/>
            <a:ext cx="18606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Automatic (Non-Labor Intensive)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2" name="Google Shape;2552;p45"/>
          <p:cNvSpPr txBox="1"/>
          <p:nvPr>
            <p:ph idx="1" type="body"/>
          </p:nvPr>
        </p:nvSpPr>
        <p:spPr>
          <a:xfrm>
            <a:off x="-289900" y="4826050"/>
            <a:ext cx="40809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latin typeface="Poppins"/>
                <a:ea typeface="Poppins"/>
                <a:cs typeface="Poppins"/>
                <a:sym typeface="Poppins"/>
              </a:rPr>
              <a:t>Definition of Competition:</a:t>
            </a:r>
            <a:r>
              <a:rPr b="1" lang="en" sz="800">
                <a:latin typeface="Poppins"/>
                <a:ea typeface="Poppins"/>
                <a:cs typeface="Poppins"/>
                <a:sym typeface="Poppins"/>
              </a:rPr>
              <a:t> All existing plaque removal methods</a:t>
            </a:r>
            <a:endParaRPr b="1"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3" name="Google Shape;2553;p45"/>
          <p:cNvSpPr txBox="1"/>
          <p:nvPr>
            <p:ph idx="1" type="body"/>
          </p:nvPr>
        </p:nvSpPr>
        <p:spPr>
          <a:xfrm>
            <a:off x="3646350" y="909958"/>
            <a:ext cx="25611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High biofilm removal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7" name="Google Shape;2547;p45"/>
          <p:cNvSpPr txBox="1"/>
          <p:nvPr>
            <p:ph idx="1" type="body"/>
          </p:nvPr>
        </p:nvSpPr>
        <p:spPr>
          <a:xfrm>
            <a:off x="3727000" y="4611975"/>
            <a:ext cx="12144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Low </a:t>
            </a: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biofilm removal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54" name="Google Shape;2554;p45"/>
          <p:cNvPicPr preferRelativeResize="0"/>
          <p:nvPr/>
        </p:nvPicPr>
        <p:blipFill rotWithShape="1">
          <a:blip r:embed="rId3">
            <a:alphaModFix/>
          </a:blip>
          <a:srcRect b="0" l="0" r="0" t="7766"/>
          <a:stretch/>
        </p:blipFill>
        <p:spPr>
          <a:xfrm>
            <a:off x="6142200" y="909950"/>
            <a:ext cx="1073124" cy="1484601"/>
          </a:xfrm>
          <a:prstGeom prst="rect">
            <a:avLst/>
          </a:prstGeom>
          <a:noFill/>
          <a:ln>
            <a:noFill/>
          </a:ln>
        </p:spPr>
      </p:pic>
      <p:sp>
        <p:nvSpPr>
          <p:cNvPr id="2555" name="Google Shape;2555;p45"/>
          <p:cNvSpPr txBox="1"/>
          <p:nvPr>
            <p:ph idx="1" type="body"/>
          </p:nvPr>
        </p:nvSpPr>
        <p:spPr>
          <a:xfrm>
            <a:off x="7784400" y="1776425"/>
            <a:ext cx="8808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(Water Only)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56" name="Google Shape;255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4500" y="1716201"/>
            <a:ext cx="1302876" cy="79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7" name="Google Shape;2557;p45"/>
          <p:cNvPicPr preferRelativeResize="0"/>
          <p:nvPr/>
        </p:nvPicPr>
        <p:blipFill rotWithShape="1">
          <a:blip r:embed="rId5">
            <a:alphaModFix/>
          </a:blip>
          <a:srcRect b="28867" l="0" r="0" t="32597"/>
          <a:stretch/>
        </p:blipFill>
        <p:spPr>
          <a:xfrm rot="5400000">
            <a:off x="3547088" y="1793583"/>
            <a:ext cx="1078500" cy="41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8" name="Google Shape;2558;p45"/>
          <p:cNvPicPr preferRelativeResize="0"/>
          <p:nvPr/>
        </p:nvPicPr>
        <p:blipFill rotWithShape="1">
          <a:blip r:embed="rId6">
            <a:alphaModFix/>
          </a:blip>
          <a:srcRect b="6908" l="0" r="0" t="8324"/>
          <a:stretch/>
        </p:blipFill>
        <p:spPr>
          <a:xfrm>
            <a:off x="1384514" y="1268457"/>
            <a:ext cx="1066775" cy="1298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9" name="Google Shape;2559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67500" y="2153726"/>
            <a:ext cx="880799" cy="1105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0" name="Google Shape;2560;p45"/>
          <p:cNvPicPr preferRelativeResize="0"/>
          <p:nvPr/>
        </p:nvPicPr>
        <p:blipFill rotWithShape="1">
          <a:blip r:embed="rId8">
            <a:alphaModFix/>
          </a:blip>
          <a:srcRect b="-9193" l="-7200" r="7200" t="18883"/>
          <a:stretch/>
        </p:blipFill>
        <p:spPr>
          <a:xfrm>
            <a:off x="2088200" y="1553792"/>
            <a:ext cx="920700" cy="895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1" name="Google Shape;2561;p45"/>
          <p:cNvPicPr preferRelativeResize="0"/>
          <p:nvPr/>
        </p:nvPicPr>
        <p:blipFill rotWithShape="1">
          <a:blip r:embed="rId9">
            <a:alphaModFix/>
          </a:blip>
          <a:srcRect b="0" l="23579" r="26462" t="0"/>
          <a:stretch/>
        </p:blipFill>
        <p:spPr>
          <a:xfrm>
            <a:off x="5716400" y="2679863"/>
            <a:ext cx="583702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2" name="Google Shape;2562;p4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01150" y="2605637"/>
            <a:ext cx="1168399" cy="1168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3" name="Google Shape;2563;p4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66746" y="2679863"/>
            <a:ext cx="1019925" cy="101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4" name="Google Shape;2564;p4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19799" y="3699798"/>
            <a:ext cx="1168399" cy="87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5" name="Google Shape;2565;p4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182462" y="978237"/>
            <a:ext cx="1482728" cy="4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6" name="Google Shape;2566;p4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7118" y="996600"/>
            <a:ext cx="1335905" cy="895226"/>
          </a:xfrm>
          <a:prstGeom prst="rect">
            <a:avLst/>
          </a:prstGeom>
          <a:noFill/>
          <a:ln>
            <a:noFill/>
          </a:ln>
        </p:spPr>
      </p:pic>
      <p:sp>
        <p:nvSpPr>
          <p:cNvPr id="2567" name="Google Shape;2567;p45"/>
          <p:cNvSpPr txBox="1"/>
          <p:nvPr>
            <p:ph idx="1" type="body"/>
          </p:nvPr>
        </p:nvSpPr>
        <p:spPr>
          <a:xfrm>
            <a:off x="284975" y="978213"/>
            <a:ext cx="13602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1C44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PROFESSIONAL CLEANING</a:t>
            </a:r>
            <a:endParaRPr b="1" sz="1100">
              <a:solidFill>
                <a:srgbClr val="001C44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68" name="Google Shape;2568;p4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02712" y="1366349"/>
            <a:ext cx="1642226" cy="521387"/>
          </a:xfrm>
          <a:prstGeom prst="rect">
            <a:avLst/>
          </a:prstGeom>
          <a:noFill/>
          <a:ln>
            <a:noFill/>
          </a:ln>
        </p:spPr>
      </p:pic>
      <p:sp>
        <p:nvSpPr>
          <p:cNvPr id="2569" name="Google Shape;2569;p45"/>
          <p:cNvSpPr txBox="1"/>
          <p:nvPr>
            <p:ph idx="1" type="body"/>
          </p:nvPr>
        </p:nvSpPr>
        <p:spPr>
          <a:xfrm>
            <a:off x="5015650" y="3917425"/>
            <a:ext cx="3838500" cy="11058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Biggest Competitor: The Status Quo</a:t>
            </a:r>
            <a:endParaRPr b="1" i="1" sz="800">
              <a:solidFill>
                <a:srgbClr val="98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Poppins"/>
              <a:buChar char="●"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Water flosser users currently use tap or filtered water to floss their teeth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Poppins"/>
              <a:buChar char="●"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Our </a:t>
            </a: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biggest</a:t>
            </a: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 competitive risk is customers choosing “free” water over our NaneShine™ fluid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Poppins"/>
              <a:buChar char="●"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NanoShine™ aimes to be a first-mover in the water flosser fluid market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70" name="Google Shape;2570;p4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015650" y="3917425"/>
            <a:ext cx="3838498" cy="11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p46"/>
          <p:cNvSpPr txBox="1"/>
          <p:nvPr>
            <p:ph type="title"/>
          </p:nvPr>
        </p:nvSpPr>
        <p:spPr>
          <a:xfrm>
            <a:off x="720000" y="20695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to market Strategy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46"/>
          <p:cNvSpPr txBox="1"/>
          <p:nvPr>
            <p:ph idx="12" type="sldNum"/>
          </p:nvPr>
        </p:nvSpPr>
        <p:spPr>
          <a:xfrm>
            <a:off x="8517134" y="49217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577" name="Google Shape;2577;p46"/>
          <p:cNvGrpSpPr/>
          <p:nvPr/>
        </p:nvGrpSpPr>
        <p:grpSpPr>
          <a:xfrm>
            <a:off x="2834195" y="856444"/>
            <a:ext cx="3768522" cy="3774409"/>
            <a:chOff x="2675582" y="676586"/>
            <a:chExt cx="3793942" cy="3790328"/>
          </a:xfrm>
        </p:grpSpPr>
        <p:sp>
          <p:nvSpPr>
            <p:cNvPr id="2578" name="Google Shape;2578;p46"/>
            <p:cNvSpPr/>
            <p:nvPr/>
          </p:nvSpPr>
          <p:spPr>
            <a:xfrm rot="-7199815">
              <a:off x="3183352" y="1184485"/>
              <a:ext cx="2774659" cy="2774659"/>
            </a:xfrm>
            <a:prstGeom prst="blockArc">
              <a:avLst>
                <a:gd fmla="val 12622480" name="adj1"/>
                <a:gd fmla="val 18176457" name="adj2"/>
                <a:gd fmla="val 20786" name="adj3"/>
              </a:avLst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46"/>
            <p:cNvSpPr/>
            <p:nvPr/>
          </p:nvSpPr>
          <p:spPr>
            <a:xfrm rot="-1799815">
              <a:off x="3183352" y="1184357"/>
              <a:ext cx="2774659" cy="2774659"/>
            </a:xfrm>
            <a:prstGeom prst="blockArc">
              <a:avLst>
                <a:gd fmla="val 12622480" name="adj1"/>
                <a:gd fmla="val 18176457" name="adj2"/>
                <a:gd fmla="val 20786" name="adj3"/>
              </a:avLst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46"/>
            <p:cNvSpPr/>
            <p:nvPr/>
          </p:nvSpPr>
          <p:spPr>
            <a:xfrm rot="3600185">
              <a:off x="3187094" y="1184439"/>
              <a:ext cx="2774659" cy="2774659"/>
            </a:xfrm>
            <a:prstGeom prst="blockArc">
              <a:avLst>
                <a:gd fmla="val 12564381" name="adj1"/>
                <a:gd fmla="val 18346131" name="adj2"/>
                <a:gd fmla="val 20844" name="adj3"/>
              </a:avLst>
            </a:prstGeom>
            <a:solidFill>
              <a:srgbClr val="155B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46"/>
            <p:cNvSpPr/>
            <p:nvPr/>
          </p:nvSpPr>
          <p:spPr>
            <a:xfrm rot="9000185">
              <a:off x="3185977" y="1184485"/>
              <a:ext cx="2774659" cy="2774659"/>
            </a:xfrm>
            <a:prstGeom prst="blockArc">
              <a:avLst>
                <a:gd fmla="val 12622480" name="adj1"/>
                <a:gd fmla="val 18081133" name="adj2"/>
                <a:gd fmla="val 20809" name="adj3"/>
              </a:avLst>
            </a:prstGeom>
            <a:solidFill>
              <a:srgbClr val="1B78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82" name="Google Shape;2582;p46"/>
            <p:cNvGrpSpPr/>
            <p:nvPr/>
          </p:nvGrpSpPr>
          <p:grpSpPr>
            <a:xfrm rot="5400000">
              <a:off x="5379663" y="2278951"/>
              <a:ext cx="585001" cy="585472"/>
              <a:chOff x="1967628" y="812211"/>
              <a:chExt cx="588000" cy="588000"/>
            </a:xfrm>
          </p:grpSpPr>
          <p:sp>
            <p:nvSpPr>
              <p:cNvPr id="2583" name="Google Shape;2583;p46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B786E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4" name="Google Shape;2584;p46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B78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5" name="Google Shape;2585;p46"/>
            <p:cNvGrpSpPr/>
            <p:nvPr/>
          </p:nvGrpSpPr>
          <p:grpSpPr>
            <a:xfrm rot="10800000">
              <a:off x="4280709" y="3378529"/>
              <a:ext cx="585001" cy="585472"/>
              <a:chOff x="1967628" y="812211"/>
              <a:chExt cx="588000" cy="588000"/>
            </a:xfrm>
          </p:grpSpPr>
          <p:sp>
            <p:nvSpPr>
              <p:cNvPr id="2586" name="Google Shape;2586;p46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D7E74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7" name="Google Shape;2587;p46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D7E7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8" name="Google Shape;2588;p46"/>
            <p:cNvGrpSpPr/>
            <p:nvPr/>
          </p:nvGrpSpPr>
          <p:grpSpPr>
            <a:xfrm rot="-5400000">
              <a:off x="3179922" y="2281478"/>
              <a:ext cx="585001" cy="585472"/>
              <a:chOff x="1967628" y="812211"/>
              <a:chExt cx="588000" cy="588000"/>
            </a:xfrm>
          </p:grpSpPr>
          <p:sp>
            <p:nvSpPr>
              <p:cNvPr id="2589" name="Google Shape;2589;p46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F887E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0" name="Google Shape;2590;p46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F887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91" name="Google Shape;2591;p46"/>
            <p:cNvSpPr txBox="1"/>
            <p:nvPr/>
          </p:nvSpPr>
          <p:spPr>
            <a:xfrm>
              <a:off x="3214513" y="2360618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92" name="Google Shape;2592;p46"/>
            <p:cNvSpPr txBox="1"/>
            <p:nvPr/>
          </p:nvSpPr>
          <p:spPr>
            <a:xfrm>
              <a:off x="4335750" y="346030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93" name="Google Shape;2593;p46"/>
            <p:cNvSpPr txBox="1"/>
            <p:nvPr/>
          </p:nvSpPr>
          <p:spPr>
            <a:xfrm>
              <a:off x="5419402" y="2360618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594" name="Google Shape;2594;p46"/>
            <p:cNvGrpSpPr/>
            <p:nvPr/>
          </p:nvGrpSpPr>
          <p:grpSpPr>
            <a:xfrm>
              <a:off x="4261689" y="1180926"/>
              <a:ext cx="585001" cy="585530"/>
              <a:chOff x="1967628" y="812211"/>
              <a:chExt cx="588000" cy="588000"/>
            </a:xfrm>
          </p:grpSpPr>
          <p:sp>
            <p:nvSpPr>
              <p:cNvPr id="2595" name="Google Shape;2595;p46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55B54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6" name="Google Shape;2596;p46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55B5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97" name="Google Shape;2597;p46"/>
            <p:cNvSpPr txBox="1"/>
            <p:nvPr/>
          </p:nvSpPr>
          <p:spPr>
            <a:xfrm>
              <a:off x="4335750" y="1254446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98" name="Google Shape;2598;p46"/>
          <p:cNvGrpSpPr/>
          <p:nvPr/>
        </p:nvGrpSpPr>
        <p:grpSpPr>
          <a:xfrm>
            <a:off x="386574" y="1273935"/>
            <a:ext cx="3207087" cy="1640111"/>
            <a:chOff x="479125" y="1236863"/>
            <a:chExt cx="3207088" cy="1289700"/>
          </a:xfrm>
        </p:grpSpPr>
        <p:sp>
          <p:nvSpPr>
            <p:cNvPr id="2599" name="Google Shape;2599;p46"/>
            <p:cNvSpPr txBox="1"/>
            <p:nvPr/>
          </p:nvSpPr>
          <p:spPr>
            <a:xfrm>
              <a:off x="479125" y="1236863"/>
              <a:ext cx="25722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Strategic partnerships</a:t>
              </a:r>
              <a:endParaRPr b="1" sz="10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Partner with Waterpik / Start building relation with KOL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-"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Samples to Dentists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-"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Free product demos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Itim"/>
                <a:buChar char="-"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Exclusive online sale</a:t>
              </a:r>
              <a:r>
                <a:rPr lang="en" sz="1200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 </a:t>
              </a:r>
              <a:endParaRPr sz="1200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endParaRPr>
            </a:p>
          </p:txBody>
        </p:sp>
        <p:cxnSp>
          <p:nvCxnSpPr>
            <p:cNvPr id="2600" name="Google Shape;2600;p46"/>
            <p:cNvCxnSpPr/>
            <p:nvPr/>
          </p:nvCxnSpPr>
          <p:spPr>
            <a:xfrm flipH="1">
              <a:off x="2895713" y="1831625"/>
              <a:ext cx="790500" cy="6300"/>
            </a:xfrm>
            <a:prstGeom prst="straightConnector1">
              <a:avLst/>
            </a:prstGeom>
            <a:noFill/>
            <a:ln cap="flat" cmpd="sng" w="9525">
              <a:solidFill>
                <a:srgbClr val="1F887E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601" name="Google Shape;2601;p46"/>
          <p:cNvGrpSpPr/>
          <p:nvPr/>
        </p:nvGrpSpPr>
        <p:grpSpPr>
          <a:xfrm>
            <a:off x="386575" y="3298275"/>
            <a:ext cx="3545840" cy="1926538"/>
            <a:chOff x="426058" y="3299399"/>
            <a:chExt cx="3541236" cy="1743000"/>
          </a:xfrm>
        </p:grpSpPr>
        <p:sp>
          <p:nvSpPr>
            <p:cNvPr id="2602" name="Google Shape;2602;p46"/>
            <p:cNvSpPr txBox="1"/>
            <p:nvPr/>
          </p:nvSpPr>
          <p:spPr>
            <a:xfrm>
              <a:off x="426058" y="3299399"/>
              <a:ext cx="3139800" cy="17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Creating l</a:t>
              </a:r>
              <a:r>
                <a:rPr b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oyal customer base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Branding &amp; success stories, Monitor performance metrics like: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-"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Total Sales,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-"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Unit economics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-"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CAC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-"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Understand Customer Success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 </a:t>
              </a:r>
              <a:endParaRPr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 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603" name="Google Shape;2603;p46"/>
            <p:cNvCxnSpPr/>
            <p:nvPr/>
          </p:nvCxnSpPr>
          <p:spPr>
            <a:xfrm flipH="1">
              <a:off x="2870494" y="3776519"/>
              <a:ext cx="1096800" cy="1200"/>
            </a:xfrm>
            <a:prstGeom prst="straightConnector1">
              <a:avLst/>
            </a:prstGeom>
            <a:noFill/>
            <a:ln cap="flat" cmpd="sng" w="9525">
              <a:solidFill>
                <a:srgbClr val="1D7E74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604" name="Google Shape;2604;p46"/>
          <p:cNvGrpSpPr/>
          <p:nvPr/>
        </p:nvGrpSpPr>
        <p:grpSpPr>
          <a:xfrm>
            <a:off x="5170175" y="1580375"/>
            <a:ext cx="3701925" cy="1640100"/>
            <a:chOff x="5209825" y="1408475"/>
            <a:chExt cx="3701925" cy="1640100"/>
          </a:xfrm>
        </p:grpSpPr>
        <p:sp>
          <p:nvSpPr>
            <p:cNvPr id="2605" name="Google Shape;2605;p46"/>
            <p:cNvSpPr txBox="1"/>
            <p:nvPr/>
          </p:nvSpPr>
          <p:spPr>
            <a:xfrm>
              <a:off x="6564250" y="1408475"/>
              <a:ext cx="2347500" cy="16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Expansion Phase</a:t>
              </a:r>
              <a:endParaRPr b="1" sz="10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Product diversification,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Sales Channel Diversification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Poppins"/>
                <a:buChar char="-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NanoShine toothpaste &amp; Dilute mouthwash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300"/>
                <a:buFont typeface="Livvic"/>
                <a:buChar char="-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Distributors / CVS &amp; groceries / E commerce</a:t>
              </a:r>
              <a:r>
                <a:rPr lang="en" sz="1300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 </a:t>
              </a:r>
              <a:endParaRPr sz="1300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 </a:t>
              </a:r>
              <a:endParaRPr b="1" sz="13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606" name="Google Shape;2606;p46"/>
            <p:cNvCxnSpPr/>
            <p:nvPr/>
          </p:nvCxnSpPr>
          <p:spPr>
            <a:xfrm>
              <a:off x="5209825" y="17052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55B54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607" name="Google Shape;2607;p46"/>
          <p:cNvGrpSpPr/>
          <p:nvPr/>
        </p:nvGrpSpPr>
        <p:grpSpPr>
          <a:xfrm>
            <a:off x="5236012" y="3041200"/>
            <a:ext cx="3768384" cy="2077838"/>
            <a:chOff x="5209825" y="3020441"/>
            <a:chExt cx="3835505" cy="1926600"/>
          </a:xfrm>
        </p:grpSpPr>
        <p:sp>
          <p:nvSpPr>
            <p:cNvPr id="2608" name="Google Shape;2608;p46"/>
            <p:cNvSpPr txBox="1"/>
            <p:nvPr/>
          </p:nvSpPr>
          <p:spPr>
            <a:xfrm>
              <a:off x="6496530" y="3020441"/>
              <a:ext cx="2548800" cy="192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Establish Supply Chain</a:t>
              </a:r>
              <a:endParaRPr b="1" sz="10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Distribution channels, warehouse, Demand-supply dynamics </a:t>
              </a:r>
              <a:r>
                <a:rPr lang="en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609" name="Google Shape;2609;p46"/>
            <p:cNvCxnSpPr/>
            <p:nvPr/>
          </p:nvCxnSpPr>
          <p:spPr>
            <a:xfrm>
              <a:off x="5209825" y="36483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B786E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sp>
        <p:nvSpPr>
          <p:cNvPr id="2610" name="Google Shape;2610;p46"/>
          <p:cNvSpPr txBox="1"/>
          <p:nvPr/>
        </p:nvSpPr>
        <p:spPr>
          <a:xfrm>
            <a:off x="1563262" y="684550"/>
            <a:ext cx="63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5818E"/>
                </a:solidFill>
                <a:latin typeface="Poppins"/>
                <a:ea typeface="Poppins"/>
                <a:cs typeface="Poppins"/>
                <a:sym typeface="Poppins"/>
              </a:rPr>
              <a:t>Strategy to acquire early adopters and early majority in 5 to 6 years</a:t>
            </a:r>
            <a:endParaRPr b="1">
              <a:solidFill>
                <a:srgbClr val="45818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4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p47"/>
          <p:cNvSpPr txBox="1"/>
          <p:nvPr>
            <p:ph type="title"/>
          </p:nvPr>
        </p:nvSpPr>
        <p:spPr>
          <a:xfrm>
            <a:off x="720000" y="495025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2600">
                <a:solidFill>
                  <a:srgbClr val="000000"/>
                </a:solidFill>
              </a:rPr>
              <a:t>Revenue Model </a:t>
            </a:r>
            <a:endParaRPr/>
          </a:p>
        </p:txBody>
      </p:sp>
      <p:sp>
        <p:nvSpPr>
          <p:cNvPr id="2616" name="Google Shape;2616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7" name="Google Shape;2617;p47"/>
          <p:cNvSpPr txBox="1"/>
          <p:nvPr/>
        </p:nvSpPr>
        <p:spPr>
          <a:xfrm>
            <a:off x="289950" y="4677050"/>
            <a:ext cx="726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All numbers in thousands. </a:t>
            </a:r>
            <a:r>
              <a:rPr b="1" lang="en" sz="1000">
                <a:latin typeface="Poppins"/>
                <a:ea typeface="Poppins"/>
                <a:cs typeface="Poppins"/>
                <a:sym typeface="Poppins"/>
              </a:rPr>
              <a:t>Unit Price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000"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000">
                <a:latin typeface="Poppins"/>
                <a:ea typeface="Poppins"/>
                <a:cs typeface="Poppins"/>
                <a:sym typeface="Poppins"/>
              </a:rPr>
              <a:t>$7/L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of concentrated NanoPik solution. </a:t>
            </a:r>
            <a:r>
              <a:rPr b="1" lang="en" sz="1000">
                <a:latin typeface="Poppins"/>
                <a:ea typeface="Poppins"/>
                <a:cs typeface="Poppins"/>
                <a:sym typeface="Poppins"/>
              </a:rPr>
              <a:t>Gross margin = 22%-45%</a:t>
            </a:r>
            <a:endParaRPr b="1" sz="1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18" name="Google Shape;261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3406" y="1298325"/>
            <a:ext cx="4390593" cy="33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9" name="Google Shape;261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98325"/>
            <a:ext cx="4633301" cy="33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3" name="Shape 2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4" name="Google Shape;2624;p48"/>
          <p:cNvPicPr preferRelativeResize="0"/>
          <p:nvPr/>
        </p:nvPicPr>
        <p:blipFill rotWithShape="1">
          <a:blip r:embed="rId3">
            <a:alphaModFix amt="48000"/>
          </a:blip>
          <a:srcRect b="6200" l="0" r="0" t="0"/>
          <a:stretch/>
        </p:blipFill>
        <p:spPr>
          <a:xfrm>
            <a:off x="0" y="0"/>
            <a:ext cx="9144000" cy="7190104"/>
          </a:xfrm>
          <a:prstGeom prst="rect">
            <a:avLst/>
          </a:prstGeom>
          <a:noFill/>
          <a:ln>
            <a:noFill/>
          </a:ln>
        </p:spPr>
      </p:pic>
      <p:sp>
        <p:nvSpPr>
          <p:cNvPr id="2625" name="Google Shape;2625;p48"/>
          <p:cNvSpPr txBox="1"/>
          <p:nvPr>
            <p:ph idx="4294967295" type="title"/>
          </p:nvPr>
        </p:nvSpPr>
        <p:spPr>
          <a:xfrm>
            <a:off x="914138" y="1493163"/>
            <a:ext cx="4213200" cy="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rPr>
              <a:t>T</a:t>
            </a:r>
            <a:r>
              <a:rPr lang="en" sz="7100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rPr>
              <a:t>hank </a:t>
            </a:r>
            <a:r>
              <a:rPr lang="en" sz="71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rPr>
              <a:t>Y</a:t>
            </a:r>
            <a:r>
              <a:rPr lang="en" sz="7100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rPr>
              <a:t>ou</a:t>
            </a:r>
            <a:endParaRPr sz="7100">
              <a:solidFill>
                <a:schemeClr val="lt2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grpSp>
        <p:nvGrpSpPr>
          <p:cNvPr id="2626" name="Google Shape;2626;p48"/>
          <p:cNvGrpSpPr/>
          <p:nvPr/>
        </p:nvGrpSpPr>
        <p:grpSpPr>
          <a:xfrm>
            <a:off x="4239754" y="2712438"/>
            <a:ext cx="648927" cy="947965"/>
            <a:chOff x="4138133" y="3607168"/>
            <a:chExt cx="236722" cy="379444"/>
          </a:xfrm>
        </p:grpSpPr>
        <p:sp>
          <p:nvSpPr>
            <p:cNvPr id="2627" name="Google Shape;2627;p48"/>
            <p:cNvSpPr/>
            <p:nvPr/>
          </p:nvSpPr>
          <p:spPr>
            <a:xfrm>
              <a:off x="4217177" y="3782744"/>
              <a:ext cx="79877" cy="93501"/>
            </a:xfrm>
            <a:custGeom>
              <a:rect b="b" l="l" r="r" t="t"/>
              <a:pathLst>
                <a:path extrusionOk="0" h="2251" w="1923">
                  <a:moveTo>
                    <a:pt x="1379" y="128"/>
                  </a:moveTo>
                  <a:cubicBezTo>
                    <a:pt x="1399" y="128"/>
                    <a:pt x="1418" y="130"/>
                    <a:pt x="1436" y="134"/>
                  </a:cubicBezTo>
                  <a:cubicBezTo>
                    <a:pt x="1664" y="239"/>
                    <a:pt x="1793" y="547"/>
                    <a:pt x="1769" y="781"/>
                  </a:cubicBezTo>
                  <a:cubicBezTo>
                    <a:pt x="1793" y="1033"/>
                    <a:pt x="1590" y="1212"/>
                    <a:pt x="1485" y="1446"/>
                  </a:cubicBezTo>
                  <a:cubicBezTo>
                    <a:pt x="1461" y="1575"/>
                    <a:pt x="1541" y="1674"/>
                    <a:pt x="1541" y="1803"/>
                  </a:cubicBezTo>
                  <a:cubicBezTo>
                    <a:pt x="1549" y="2023"/>
                    <a:pt x="1515" y="2104"/>
                    <a:pt x="1462" y="2104"/>
                  </a:cubicBezTo>
                  <a:cubicBezTo>
                    <a:pt x="1346" y="2104"/>
                    <a:pt x="1137" y="1724"/>
                    <a:pt x="1048" y="1551"/>
                  </a:cubicBezTo>
                  <a:cubicBezTo>
                    <a:pt x="1024" y="1524"/>
                    <a:pt x="1002" y="1512"/>
                    <a:pt x="979" y="1512"/>
                  </a:cubicBezTo>
                  <a:cubicBezTo>
                    <a:pt x="819" y="1512"/>
                    <a:pt x="685" y="2120"/>
                    <a:pt x="521" y="2120"/>
                  </a:cubicBezTo>
                  <a:cubicBezTo>
                    <a:pt x="510" y="2120"/>
                    <a:pt x="499" y="2117"/>
                    <a:pt x="488" y="2111"/>
                  </a:cubicBezTo>
                  <a:cubicBezTo>
                    <a:pt x="408" y="2087"/>
                    <a:pt x="488" y="1649"/>
                    <a:pt x="463" y="1421"/>
                  </a:cubicBezTo>
                  <a:cubicBezTo>
                    <a:pt x="254" y="1113"/>
                    <a:pt x="1" y="701"/>
                    <a:pt x="229" y="344"/>
                  </a:cubicBezTo>
                  <a:cubicBezTo>
                    <a:pt x="338" y="176"/>
                    <a:pt x="438" y="129"/>
                    <a:pt x="541" y="129"/>
                  </a:cubicBezTo>
                  <a:cubicBezTo>
                    <a:pt x="674" y="129"/>
                    <a:pt x="811" y="207"/>
                    <a:pt x="975" y="207"/>
                  </a:cubicBezTo>
                  <a:cubicBezTo>
                    <a:pt x="1016" y="207"/>
                    <a:pt x="1059" y="202"/>
                    <a:pt x="1103" y="190"/>
                  </a:cubicBezTo>
                  <a:cubicBezTo>
                    <a:pt x="1185" y="169"/>
                    <a:pt x="1287" y="128"/>
                    <a:pt x="1379" y="128"/>
                  </a:cubicBezTo>
                  <a:close/>
                  <a:moveTo>
                    <a:pt x="525" y="0"/>
                  </a:moveTo>
                  <a:cubicBezTo>
                    <a:pt x="495" y="0"/>
                    <a:pt x="464" y="3"/>
                    <a:pt x="432" y="11"/>
                  </a:cubicBezTo>
                  <a:cubicBezTo>
                    <a:pt x="180" y="85"/>
                    <a:pt x="1" y="417"/>
                    <a:pt x="1" y="676"/>
                  </a:cubicBezTo>
                  <a:cubicBezTo>
                    <a:pt x="1" y="1009"/>
                    <a:pt x="229" y="1292"/>
                    <a:pt x="309" y="1495"/>
                  </a:cubicBezTo>
                  <a:cubicBezTo>
                    <a:pt x="383" y="1674"/>
                    <a:pt x="254" y="2167"/>
                    <a:pt x="432" y="2241"/>
                  </a:cubicBezTo>
                  <a:cubicBezTo>
                    <a:pt x="449" y="2247"/>
                    <a:pt x="467" y="2250"/>
                    <a:pt x="484" y="2250"/>
                  </a:cubicBezTo>
                  <a:cubicBezTo>
                    <a:pt x="595" y="2250"/>
                    <a:pt x="702" y="2126"/>
                    <a:pt x="771" y="2062"/>
                  </a:cubicBezTo>
                  <a:cubicBezTo>
                    <a:pt x="845" y="1933"/>
                    <a:pt x="894" y="1779"/>
                    <a:pt x="950" y="1649"/>
                  </a:cubicBezTo>
                  <a:cubicBezTo>
                    <a:pt x="1020" y="1773"/>
                    <a:pt x="1214" y="2244"/>
                    <a:pt x="1472" y="2244"/>
                  </a:cubicBezTo>
                  <a:cubicBezTo>
                    <a:pt x="1485" y="2244"/>
                    <a:pt x="1497" y="2243"/>
                    <a:pt x="1510" y="2241"/>
                  </a:cubicBezTo>
                  <a:cubicBezTo>
                    <a:pt x="1744" y="2191"/>
                    <a:pt x="1615" y="1754"/>
                    <a:pt x="1590" y="1551"/>
                  </a:cubicBezTo>
                  <a:cubicBezTo>
                    <a:pt x="1590" y="1471"/>
                    <a:pt x="1639" y="1397"/>
                    <a:pt x="1695" y="1317"/>
                  </a:cubicBezTo>
                  <a:cubicBezTo>
                    <a:pt x="1793" y="1138"/>
                    <a:pt x="1923" y="959"/>
                    <a:pt x="1898" y="750"/>
                  </a:cubicBezTo>
                  <a:cubicBezTo>
                    <a:pt x="1898" y="473"/>
                    <a:pt x="1769" y="85"/>
                    <a:pt x="1485" y="11"/>
                  </a:cubicBezTo>
                  <a:cubicBezTo>
                    <a:pt x="1461" y="6"/>
                    <a:pt x="1437" y="4"/>
                    <a:pt x="1414" y="4"/>
                  </a:cubicBezTo>
                  <a:cubicBezTo>
                    <a:pt x="1290" y="4"/>
                    <a:pt x="1178" y="64"/>
                    <a:pt x="1048" y="85"/>
                  </a:cubicBezTo>
                  <a:cubicBezTo>
                    <a:pt x="1023" y="91"/>
                    <a:pt x="998" y="94"/>
                    <a:pt x="974" y="94"/>
                  </a:cubicBezTo>
                  <a:cubicBezTo>
                    <a:pt x="827" y="94"/>
                    <a:pt x="688" y="0"/>
                    <a:pt x="5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48"/>
            <p:cNvSpPr/>
            <p:nvPr/>
          </p:nvSpPr>
          <p:spPr>
            <a:xfrm>
              <a:off x="4185236" y="3757614"/>
              <a:ext cx="142764" cy="143803"/>
            </a:xfrm>
            <a:custGeom>
              <a:rect b="b" l="l" r="r" t="t"/>
              <a:pathLst>
                <a:path extrusionOk="0" h="3462" w="3437">
                  <a:moveTo>
                    <a:pt x="3308" y="123"/>
                  </a:moveTo>
                  <a:lnTo>
                    <a:pt x="3308" y="3332"/>
                  </a:lnTo>
                  <a:lnTo>
                    <a:pt x="123" y="3332"/>
                  </a:lnTo>
                  <a:lnTo>
                    <a:pt x="123" y="123"/>
                  </a:lnTo>
                  <a:close/>
                  <a:moveTo>
                    <a:pt x="0" y="0"/>
                  </a:moveTo>
                  <a:lnTo>
                    <a:pt x="0" y="3461"/>
                  </a:lnTo>
                  <a:lnTo>
                    <a:pt x="3437" y="3461"/>
                  </a:lnTo>
                  <a:lnTo>
                    <a:pt x="34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48"/>
            <p:cNvSpPr/>
            <p:nvPr/>
          </p:nvSpPr>
          <p:spPr>
            <a:xfrm>
              <a:off x="4212858" y="3607168"/>
              <a:ext cx="87520" cy="80126"/>
            </a:xfrm>
            <a:custGeom>
              <a:rect b="b" l="l" r="r" t="t"/>
              <a:pathLst>
                <a:path extrusionOk="0" h="1929" w="2107">
                  <a:moveTo>
                    <a:pt x="998" y="0"/>
                  </a:moveTo>
                  <a:cubicBezTo>
                    <a:pt x="333" y="0"/>
                    <a:pt x="25" y="154"/>
                    <a:pt x="25" y="179"/>
                  </a:cubicBezTo>
                  <a:lnTo>
                    <a:pt x="0" y="179"/>
                  </a:lnTo>
                  <a:lnTo>
                    <a:pt x="0" y="1897"/>
                  </a:lnTo>
                  <a:lnTo>
                    <a:pt x="130" y="1897"/>
                  </a:lnTo>
                  <a:lnTo>
                    <a:pt x="130" y="259"/>
                  </a:lnTo>
                  <a:cubicBezTo>
                    <a:pt x="204" y="234"/>
                    <a:pt x="487" y="130"/>
                    <a:pt x="998" y="130"/>
                  </a:cubicBezTo>
                  <a:cubicBezTo>
                    <a:pt x="1669" y="130"/>
                    <a:pt x="1922" y="259"/>
                    <a:pt x="1977" y="284"/>
                  </a:cubicBezTo>
                  <a:lnTo>
                    <a:pt x="1977" y="1928"/>
                  </a:lnTo>
                  <a:lnTo>
                    <a:pt x="2107" y="1928"/>
                  </a:lnTo>
                  <a:lnTo>
                    <a:pt x="2107" y="234"/>
                  </a:lnTo>
                  <a:lnTo>
                    <a:pt x="2107" y="204"/>
                  </a:lnTo>
                  <a:cubicBezTo>
                    <a:pt x="2076" y="179"/>
                    <a:pt x="1873" y="0"/>
                    <a:pt x="9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48"/>
            <p:cNvSpPr/>
            <p:nvPr/>
          </p:nvSpPr>
          <p:spPr>
            <a:xfrm>
              <a:off x="4138133" y="3683928"/>
              <a:ext cx="236722" cy="302684"/>
            </a:xfrm>
            <a:custGeom>
              <a:rect b="b" l="l" r="r" t="t"/>
              <a:pathLst>
                <a:path extrusionOk="0" h="7287" w="5699">
                  <a:moveTo>
                    <a:pt x="4392" y="130"/>
                  </a:moveTo>
                  <a:cubicBezTo>
                    <a:pt x="4571" y="130"/>
                    <a:pt x="4725" y="203"/>
                    <a:pt x="4854" y="333"/>
                  </a:cubicBezTo>
                  <a:cubicBezTo>
                    <a:pt x="5008" y="487"/>
                    <a:pt x="5211" y="721"/>
                    <a:pt x="5292" y="973"/>
                  </a:cubicBezTo>
                  <a:cubicBezTo>
                    <a:pt x="5341" y="1232"/>
                    <a:pt x="5316" y="3006"/>
                    <a:pt x="5292" y="4287"/>
                  </a:cubicBezTo>
                  <a:cubicBezTo>
                    <a:pt x="5261" y="5316"/>
                    <a:pt x="5261" y="5901"/>
                    <a:pt x="5292" y="6005"/>
                  </a:cubicBezTo>
                  <a:cubicBezTo>
                    <a:pt x="5292" y="6085"/>
                    <a:pt x="5341" y="6159"/>
                    <a:pt x="5365" y="6264"/>
                  </a:cubicBezTo>
                  <a:cubicBezTo>
                    <a:pt x="5470" y="6443"/>
                    <a:pt x="5544" y="6646"/>
                    <a:pt x="5495" y="6751"/>
                  </a:cubicBezTo>
                  <a:cubicBezTo>
                    <a:pt x="5292" y="7083"/>
                    <a:pt x="4904" y="7133"/>
                    <a:pt x="4645" y="7163"/>
                  </a:cubicBezTo>
                  <a:lnTo>
                    <a:pt x="1054" y="7163"/>
                  </a:lnTo>
                  <a:cubicBezTo>
                    <a:pt x="795" y="7133"/>
                    <a:pt x="413" y="7083"/>
                    <a:pt x="210" y="6751"/>
                  </a:cubicBezTo>
                  <a:cubicBezTo>
                    <a:pt x="155" y="6646"/>
                    <a:pt x="235" y="6443"/>
                    <a:pt x="333" y="6264"/>
                  </a:cubicBezTo>
                  <a:cubicBezTo>
                    <a:pt x="364" y="6159"/>
                    <a:pt x="413" y="6085"/>
                    <a:pt x="413" y="6005"/>
                  </a:cubicBezTo>
                  <a:cubicBezTo>
                    <a:pt x="438" y="5901"/>
                    <a:pt x="438" y="5316"/>
                    <a:pt x="413" y="4287"/>
                  </a:cubicBezTo>
                  <a:cubicBezTo>
                    <a:pt x="389" y="3006"/>
                    <a:pt x="364" y="1232"/>
                    <a:pt x="413" y="973"/>
                  </a:cubicBezTo>
                  <a:cubicBezTo>
                    <a:pt x="487" y="721"/>
                    <a:pt x="697" y="487"/>
                    <a:pt x="851" y="333"/>
                  </a:cubicBezTo>
                  <a:cubicBezTo>
                    <a:pt x="980" y="203"/>
                    <a:pt x="1134" y="130"/>
                    <a:pt x="1313" y="130"/>
                  </a:cubicBezTo>
                  <a:close/>
                  <a:moveTo>
                    <a:pt x="1313" y="0"/>
                  </a:moveTo>
                  <a:cubicBezTo>
                    <a:pt x="1103" y="0"/>
                    <a:pt x="900" y="105"/>
                    <a:pt x="746" y="234"/>
                  </a:cubicBezTo>
                  <a:cubicBezTo>
                    <a:pt x="592" y="388"/>
                    <a:pt x="364" y="641"/>
                    <a:pt x="309" y="924"/>
                  </a:cubicBezTo>
                  <a:cubicBezTo>
                    <a:pt x="235" y="1232"/>
                    <a:pt x="259" y="2926"/>
                    <a:pt x="284" y="4287"/>
                  </a:cubicBezTo>
                  <a:cubicBezTo>
                    <a:pt x="309" y="5081"/>
                    <a:pt x="309" y="5901"/>
                    <a:pt x="309" y="5981"/>
                  </a:cubicBezTo>
                  <a:cubicBezTo>
                    <a:pt x="284" y="6030"/>
                    <a:pt x="259" y="6110"/>
                    <a:pt x="210" y="6209"/>
                  </a:cubicBezTo>
                  <a:cubicBezTo>
                    <a:pt x="106" y="6418"/>
                    <a:pt x="1" y="6646"/>
                    <a:pt x="106" y="6825"/>
                  </a:cubicBezTo>
                  <a:cubicBezTo>
                    <a:pt x="364" y="7237"/>
                    <a:pt x="875" y="7262"/>
                    <a:pt x="1054" y="7286"/>
                  </a:cubicBezTo>
                  <a:lnTo>
                    <a:pt x="4645" y="7286"/>
                  </a:lnTo>
                  <a:cubicBezTo>
                    <a:pt x="4830" y="7262"/>
                    <a:pt x="5341" y="7237"/>
                    <a:pt x="5600" y="6825"/>
                  </a:cubicBezTo>
                  <a:cubicBezTo>
                    <a:pt x="5698" y="6646"/>
                    <a:pt x="5600" y="6418"/>
                    <a:pt x="5495" y="6209"/>
                  </a:cubicBezTo>
                  <a:cubicBezTo>
                    <a:pt x="5446" y="6110"/>
                    <a:pt x="5415" y="6030"/>
                    <a:pt x="5415" y="5981"/>
                  </a:cubicBezTo>
                  <a:cubicBezTo>
                    <a:pt x="5390" y="5901"/>
                    <a:pt x="5390" y="5081"/>
                    <a:pt x="5415" y="4287"/>
                  </a:cubicBezTo>
                  <a:cubicBezTo>
                    <a:pt x="5446" y="2926"/>
                    <a:pt x="5470" y="1232"/>
                    <a:pt x="5390" y="924"/>
                  </a:cubicBezTo>
                  <a:cubicBezTo>
                    <a:pt x="5341" y="641"/>
                    <a:pt x="5107" y="388"/>
                    <a:pt x="4953" y="234"/>
                  </a:cubicBezTo>
                  <a:cubicBezTo>
                    <a:pt x="4799" y="105"/>
                    <a:pt x="4596" y="0"/>
                    <a:pt x="43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1" name="Google Shape;2631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5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p4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</a:rPr>
              <a:t>Appendix: Buying Process</a:t>
            </a:r>
            <a:endParaRPr sz="2700">
              <a:solidFill>
                <a:srgbClr val="000000"/>
              </a:solidFill>
            </a:endParaRPr>
          </a:p>
        </p:txBody>
      </p:sp>
      <p:sp>
        <p:nvSpPr>
          <p:cNvPr id="2637" name="Google Shape;2637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38" name="Google Shape;2638;p49"/>
          <p:cNvPicPr preferRelativeResize="0"/>
          <p:nvPr/>
        </p:nvPicPr>
        <p:blipFill rotWithShape="1">
          <a:blip r:embed="rId3">
            <a:alphaModFix/>
          </a:blip>
          <a:srcRect b="26580" l="0" r="0" t="26524"/>
          <a:stretch/>
        </p:blipFill>
        <p:spPr>
          <a:xfrm>
            <a:off x="392975" y="1252800"/>
            <a:ext cx="8459573" cy="2637901"/>
          </a:xfrm>
          <a:prstGeom prst="rect">
            <a:avLst/>
          </a:prstGeom>
          <a:noFill/>
          <a:ln>
            <a:noFill/>
          </a:ln>
        </p:spPr>
      </p:pic>
      <p:sp>
        <p:nvSpPr>
          <p:cNvPr id="2639" name="Google Shape;2639;p49"/>
          <p:cNvSpPr txBox="1"/>
          <p:nvPr>
            <p:ph idx="1" type="body"/>
          </p:nvPr>
        </p:nvSpPr>
        <p:spPr>
          <a:xfrm>
            <a:off x="656725" y="2059800"/>
            <a:ext cx="14844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-Patient is educated by dentist or dental hygienist on plaque/biofilms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-Options for removing biofilm are presented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-NanoShine™ samples/ coupons are provided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0" name="Google Shape;2640;p49"/>
          <p:cNvSpPr txBox="1"/>
          <p:nvPr>
            <p:ph idx="1" type="body"/>
          </p:nvPr>
        </p:nvSpPr>
        <p:spPr>
          <a:xfrm>
            <a:off x="2708900" y="2094150"/>
            <a:ext cx="14844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-Patient tries samples 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-Patient conducts personal research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-Patient asks personal network about product &amp; competitive solutions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1" name="Google Shape;2641;p49"/>
          <p:cNvSpPr txBox="1"/>
          <p:nvPr>
            <p:ph idx="1" type="body"/>
          </p:nvPr>
        </p:nvSpPr>
        <p:spPr>
          <a:xfrm>
            <a:off x="4761075" y="2059800"/>
            <a:ext cx="15726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-Patient orders NanoShine™ fluid online via NanoShine™ or WaterPik™ websites  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-Patient evaluates effectiveness of product vs. price over time   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2" name="Google Shape;2642;p49"/>
          <p:cNvSpPr txBox="1"/>
          <p:nvPr>
            <p:ph idx="1" type="body"/>
          </p:nvPr>
        </p:nvSpPr>
        <p:spPr>
          <a:xfrm>
            <a:off x="6901450" y="2094150"/>
            <a:ext cx="14844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-Patient evaluates whether he or she will rebuy / sign up for a </a:t>
            </a: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subscription</a:t>
            </a: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43" name="Google Shape;264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275" y="3890700"/>
            <a:ext cx="1735575" cy="11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4" name="Google Shape;2644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2870" y="3890695"/>
            <a:ext cx="1154950" cy="11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5" name="Google Shape;2645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7050" y="3988529"/>
            <a:ext cx="1154950" cy="1154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6" name="Google Shape;2646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4475" y="3839839"/>
            <a:ext cx="1355325" cy="1256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7" name="Google Shape;2647;p49"/>
          <p:cNvPicPr preferRelativeResize="0"/>
          <p:nvPr/>
        </p:nvPicPr>
        <p:blipFill rotWithShape="1">
          <a:blip r:embed="rId7">
            <a:alphaModFix/>
          </a:blip>
          <a:srcRect b="0" l="0" r="59514" t="0"/>
          <a:stretch/>
        </p:blipFill>
        <p:spPr>
          <a:xfrm>
            <a:off x="4518488" y="4229375"/>
            <a:ext cx="208538" cy="4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8" name="Google Shape;264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20037" y="3908450"/>
            <a:ext cx="1914863" cy="9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9" name="Google Shape;264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79950" y="3912334"/>
            <a:ext cx="1154950" cy="428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3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p5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</a:rPr>
              <a:t>Appendix: TAM/SAM/SOM</a:t>
            </a:r>
            <a:endParaRPr sz="2700">
              <a:solidFill>
                <a:srgbClr val="000000"/>
              </a:solidFill>
            </a:endParaRPr>
          </a:p>
        </p:txBody>
      </p:sp>
      <p:sp>
        <p:nvSpPr>
          <p:cNvPr id="2655" name="Google Shape;2655;p50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TAM/SAM/SOM Calculation: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 population 331 million * $107 = $35.417 billion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$827.4 million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 (WaterPik)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$198.5 million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 (Dentist &amp; Hygienist)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$232.8 million (207,190*3500*0.01*30%*107=232,777,965)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6" name="Google Shape;2656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51"/>
          <p:cNvSpPr txBox="1"/>
          <p:nvPr>
            <p:ph type="title"/>
          </p:nvPr>
        </p:nvSpPr>
        <p:spPr>
          <a:xfrm>
            <a:off x="720000" y="351175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2600">
                <a:solidFill>
                  <a:srgbClr val="000000"/>
                </a:solidFill>
              </a:rPr>
              <a:t>Appendix: Revenue Model 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2662" name="Google Shape;2662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63" name="Google Shape;2663;p51"/>
          <p:cNvGraphicFramePr/>
          <p:nvPr/>
        </p:nvGraphicFramePr>
        <p:xfrm>
          <a:off x="334250" y="1005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{0011C02C-E59C-403A-AF00-6693DA9822F2}</a:tableStyleId>
              </a:tblPr>
              <a:tblGrid>
                <a:gridCol w="1898575"/>
                <a:gridCol w="1187900"/>
                <a:gridCol w="1077800"/>
                <a:gridCol w="1077800"/>
                <a:gridCol w="1077800"/>
                <a:gridCol w="1077800"/>
                <a:gridCol w="1077800"/>
              </a:tblGrid>
              <a:tr h="3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4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5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6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Gross Sales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277,900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277,900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555,800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5,631,955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21,138,320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WaterPik market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277,900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277,900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555,800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555,800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833,700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Dentist/Hygienist market 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5,076,155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20,304,620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COGS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214,380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214,380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397,000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3,218,260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11,475,088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Setup expenses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17,500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SG&amp;A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120,609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60,304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60,304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120,609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1,222,134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4,587,015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Commission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62,527.5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62,527.5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125,055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1,267,189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4,756,122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NI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(120,608)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(9,655)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(9,655)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5,780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694,177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3,082,566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64" name="Google Shape;2664;p51"/>
          <p:cNvSpPr txBox="1"/>
          <p:nvPr/>
        </p:nvSpPr>
        <p:spPr>
          <a:xfrm>
            <a:off x="6726125" y="174325"/>
            <a:ext cx="2014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Unit Price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latin typeface="Poppins"/>
                <a:ea typeface="Poppins"/>
                <a:cs typeface="Poppins"/>
                <a:sym typeface="Poppins"/>
              </a:rPr>
              <a:t>$7/L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of concentrated NanoPik solution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8" name="Shape 2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9" name="Google Shape;2669;p5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</a:rPr>
              <a:t>Appendix: Full Forecast </a:t>
            </a:r>
            <a:endParaRPr sz="2700">
              <a:solidFill>
                <a:srgbClr val="000000"/>
              </a:solidFill>
            </a:endParaRPr>
          </a:p>
        </p:txBody>
      </p:sp>
      <p:sp>
        <p:nvSpPr>
          <p:cNvPr id="2670" name="Google Shape;2670;p52"/>
          <p:cNvSpPr txBox="1"/>
          <p:nvPr>
            <p:ph idx="1" type="body"/>
          </p:nvPr>
        </p:nvSpPr>
        <p:spPr>
          <a:xfrm>
            <a:off x="720000" y="1017600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 F/S forecast with assumptions and sources (</a:t>
            </a:r>
            <a:r>
              <a:rPr lang="en" sz="1500" u="sng">
                <a:latin typeface="Arial"/>
                <a:ea typeface="Arial"/>
                <a:cs typeface="Arial"/>
                <a:sym typeface="Arial"/>
                <a:hlinkClick r:id="rId3"/>
              </a:rPr>
              <a:t>https://docs.google.com/spreadsheets/d/1xX8vS9cFlBrPEr3qOvIuYvczcJGsegov/edit?usp=sharing&amp;ouid=107696486163955369133&amp;rtpof=true&amp;sd=true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1" name="Google Shape;2671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72" name="Google Shape;2672;p52"/>
          <p:cNvPicPr preferRelativeResize="0"/>
          <p:nvPr/>
        </p:nvPicPr>
        <p:blipFill rotWithShape="1">
          <a:blip r:embed="rId4">
            <a:alphaModFix/>
          </a:blip>
          <a:srcRect b="24992" l="0" r="0" t="0"/>
          <a:stretch/>
        </p:blipFill>
        <p:spPr>
          <a:xfrm>
            <a:off x="1600200" y="2472375"/>
            <a:ext cx="5943600" cy="23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6" name="Shape 2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" name="Google Shape;2677;p53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</a:rPr>
              <a:t>Appendix: Funding Strategy</a:t>
            </a:r>
            <a:endParaRPr sz="2700">
              <a:solidFill>
                <a:srgbClr val="000000"/>
              </a:solidFill>
            </a:endParaRPr>
          </a:p>
        </p:txBody>
      </p:sp>
      <p:sp>
        <p:nvSpPr>
          <p:cNvPr id="2678" name="Google Shape;2678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9" name="Google Shape;2679;p53"/>
          <p:cNvSpPr txBox="1"/>
          <p:nvPr/>
        </p:nvSpPr>
        <p:spPr>
          <a:xfrm>
            <a:off x="1795475" y="1182500"/>
            <a:ext cx="5752800" cy="3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3132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Small Business Innovation Research (SBIR) Grants</a:t>
            </a:r>
            <a:endParaRPr sz="1500">
              <a:solidFill>
                <a:srgbClr val="03132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3132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3132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Angel Investor Networks</a:t>
            </a:r>
            <a:endParaRPr sz="1500">
              <a:solidFill>
                <a:srgbClr val="03132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3132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3132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Venture Capital Funds</a:t>
            </a:r>
            <a:endParaRPr sz="1500">
              <a:solidFill>
                <a:srgbClr val="03132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3132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3132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Family Offices and Individual Investors</a:t>
            </a:r>
            <a:endParaRPr sz="1500">
              <a:solidFill>
                <a:srgbClr val="03132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3132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3132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Incubators and Accelerators</a:t>
            </a:r>
            <a:endParaRPr sz="1500">
              <a:solidFill>
                <a:srgbClr val="03132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3132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3132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Corporate Venture Capital</a:t>
            </a:r>
            <a:endParaRPr sz="1500">
              <a:solidFill>
                <a:srgbClr val="03132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3132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80" name="Google Shape;26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875" y="1182500"/>
            <a:ext cx="477600" cy="4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1" name="Google Shape;268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875" y="1775050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2" name="Google Shape;268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9875" y="2283600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3" name="Google Shape;2683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59875" y="2792150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4" name="Google Shape;2684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0638" y="3407175"/>
            <a:ext cx="352075" cy="35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5" name="Google Shape;2685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59875" y="3980675"/>
            <a:ext cx="39360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9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54"/>
          <p:cNvSpPr txBox="1"/>
          <p:nvPr>
            <p:ph type="title"/>
          </p:nvPr>
        </p:nvSpPr>
        <p:spPr>
          <a:xfrm>
            <a:off x="720000" y="351175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2600">
                <a:solidFill>
                  <a:srgbClr val="000000"/>
                </a:solidFill>
              </a:rPr>
              <a:t>Appendix: </a:t>
            </a:r>
            <a:r>
              <a:rPr lang="en" sz="2600">
                <a:solidFill>
                  <a:srgbClr val="000000"/>
                </a:solidFill>
              </a:rPr>
              <a:t>Funding Model 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2691" name="Google Shape;2691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92" name="Google Shape;2692;p54"/>
          <p:cNvGraphicFramePr/>
          <p:nvPr/>
        </p:nvGraphicFramePr>
        <p:xfrm>
          <a:off x="186025" y="1005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{0011C02C-E59C-403A-AF00-6693DA9822F2}</a:tableStyleId>
              </a:tblPr>
              <a:tblGrid>
                <a:gridCol w="1319725"/>
                <a:gridCol w="1182000"/>
                <a:gridCol w="1267300"/>
                <a:gridCol w="1219925"/>
                <a:gridCol w="1200925"/>
                <a:gridCol w="1267325"/>
                <a:gridCol w="1314750"/>
              </a:tblGrid>
              <a:tr h="72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3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4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5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6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Capital Required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$138,109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$342,645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$342,645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$653,529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$5,817,689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$21,231,480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Revenue from sales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$277,900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$277,900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$555,800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$5,631,955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$21,138,320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Allocation of funds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87% - SG&amp;A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62</a:t>
                      </a:r>
                      <a:r>
                        <a:rPr b="1" lang="en"/>
                        <a:t>% - cost of goods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18% - SG&amp;A and Commision each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62% - cost of goods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18% - SG&amp;A and Commision each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60% - </a:t>
                      </a:r>
                      <a:r>
                        <a:rPr b="1" lang="en"/>
                        <a:t>cost of goods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19% - SG&amp;A and Commision each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55</a:t>
                      </a:r>
                      <a:r>
                        <a:rPr b="1" lang="en"/>
                        <a:t>% - cost of goods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22% - SG&amp;A and Commision each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54</a:t>
                      </a:r>
                      <a:r>
                        <a:rPr b="1" lang="en"/>
                        <a:t>% - cost of goods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22% - Commision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93" name="Google Shape;2693;p54"/>
          <p:cNvSpPr txBox="1"/>
          <p:nvPr/>
        </p:nvSpPr>
        <p:spPr>
          <a:xfrm>
            <a:off x="6726125" y="174325"/>
            <a:ext cx="20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4" name="Google Shape;2694;p54"/>
          <p:cNvSpPr txBox="1"/>
          <p:nvPr/>
        </p:nvSpPr>
        <p:spPr>
          <a:xfrm>
            <a:off x="4257225" y="351175"/>
            <a:ext cx="459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8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55"/>
          <p:cNvSpPr txBox="1"/>
          <p:nvPr/>
        </p:nvSpPr>
        <p:spPr>
          <a:xfrm>
            <a:off x="395650" y="4364950"/>
            <a:ext cx="489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Customer Discovery interviews: 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0" name="Google Shape;2700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01" name="Google Shape;2701;p55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25" y="1226162"/>
            <a:ext cx="4267176" cy="263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702" name="Google Shape;2702;p55"/>
          <p:cNvSpPr txBox="1"/>
          <p:nvPr/>
        </p:nvSpPr>
        <p:spPr>
          <a:xfrm>
            <a:off x="304826" y="3974700"/>
            <a:ext cx="39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Poppins"/>
                <a:ea typeface="Poppins"/>
                <a:cs typeface="Poppins"/>
                <a:sym typeface="Poppins"/>
              </a:rPr>
              <a:t>Water floss market comparison with traditional hygiene product (toothbrush)</a:t>
            </a:r>
            <a:r>
              <a:rPr b="1" baseline="30000" i="1" lang="en" sz="900">
                <a:latin typeface="Poppins"/>
                <a:ea typeface="Poppins"/>
                <a:cs typeface="Poppins"/>
                <a:sym typeface="Poppins"/>
              </a:rPr>
              <a:t>1</a:t>
            </a:r>
            <a:endParaRPr b="1" i="1" sz="9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03" name="Google Shape;270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0525" y="1731063"/>
            <a:ext cx="4267174" cy="2133587"/>
          </a:xfrm>
          <a:prstGeom prst="rect">
            <a:avLst/>
          </a:prstGeom>
          <a:noFill/>
          <a:ln>
            <a:noFill/>
          </a:ln>
        </p:spPr>
      </p:pic>
      <p:sp>
        <p:nvSpPr>
          <p:cNvPr id="2704" name="Google Shape;2704;p55"/>
          <p:cNvSpPr txBox="1"/>
          <p:nvPr/>
        </p:nvSpPr>
        <p:spPr>
          <a:xfrm>
            <a:off x="5499514" y="1330450"/>
            <a:ext cx="340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Poppins"/>
                <a:ea typeface="Poppins"/>
                <a:cs typeface="Poppins"/>
                <a:sym typeface="Poppins"/>
              </a:rPr>
              <a:t>Water floss market trend and projection</a:t>
            </a:r>
            <a:r>
              <a:rPr b="1" baseline="30000" i="1" lang="en" sz="900">
                <a:latin typeface="Poppins"/>
                <a:ea typeface="Poppins"/>
                <a:cs typeface="Poppins"/>
                <a:sym typeface="Poppins"/>
              </a:rPr>
              <a:t>1</a:t>
            </a:r>
            <a:endParaRPr b="1" baseline="30000" i="1"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5" name="Google Shape;2705;p5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</a:rPr>
              <a:t>Appendix: Market Research </a:t>
            </a:r>
            <a:endParaRPr sz="2700">
              <a:solidFill>
                <a:srgbClr val="000000"/>
              </a:solidFill>
            </a:endParaRPr>
          </a:p>
        </p:txBody>
      </p:sp>
      <p:sp>
        <p:nvSpPr>
          <p:cNvPr id="2706" name="Google Shape;2706;p55"/>
          <p:cNvSpPr txBox="1"/>
          <p:nvPr/>
        </p:nvSpPr>
        <p:spPr>
          <a:xfrm>
            <a:off x="395650" y="4646500"/>
            <a:ext cx="8733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https://drive.google.com/drive/folders/1Q5xM1FvRa943qgRdZuNFeW_vdrYx8ZDr?usp=share_link 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0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p56"/>
          <p:cNvSpPr txBox="1"/>
          <p:nvPr>
            <p:ph type="title"/>
          </p:nvPr>
        </p:nvSpPr>
        <p:spPr>
          <a:xfrm>
            <a:off x="540400" y="2783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Appendix: </a:t>
            </a:r>
            <a:r>
              <a:rPr lang="en" sz="2100">
                <a:solidFill>
                  <a:srgbClr val="000000"/>
                </a:solidFill>
              </a:rPr>
              <a:t>Go-to-Market / Strategic Recommendation </a:t>
            </a:r>
            <a:endParaRPr sz="2100">
              <a:solidFill>
                <a:srgbClr val="000000"/>
              </a:solidFill>
            </a:endParaRPr>
          </a:p>
        </p:txBody>
      </p:sp>
      <p:sp>
        <p:nvSpPr>
          <p:cNvPr id="2712" name="Google Shape;2712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13" name="Google Shape;2713;p56"/>
          <p:cNvPicPr preferRelativeResize="0"/>
          <p:nvPr/>
        </p:nvPicPr>
        <p:blipFill rotWithShape="1">
          <a:blip r:embed="rId3">
            <a:alphaModFix/>
          </a:blip>
          <a:srcRect b="0" l="3266" r="1785" t="0"/>
          <a:stretch/>
        </p:blipFill>
        <p:spPr>
          <a:xfrm>
            <a:off x="349287" y="797550"/>
            <a:ext cx="8445427" cy="4164924"/>
          </a:xfrm>
          <a:prstGeom prst="rect">
            <a:avLst/>
          </a:prstGeom>
          <a:noFill/>
          <a:ln>
            <a:noFill/>
          </a:ln>
        </p:spPr>
      </p:pic>
      <p:sp>
        <p:nvSpPr>
          <p:cNvPr id="2714" name="Google Shape;2714;p56"/>
          <p:cNvSpPr txBox="1"/>
          <p:nvPr>
            <p:ph idx="1" type="body"/>
          </p:nvPr>
        </p:nvSpPr>
        <p:spPr>
          <a:xfrm>
            <a:off x="582050" y="1786050"/>
            <a:ext cx="1484400" cy="6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-Acquire 10% of water flosser users and  of dental patients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5" name="Google Shape;2715;p56"/>
          <p:cNvSpPr txBox="1"/>
          <p:nvPr>
            <p:ph idx="1" type="body"/>
          </p:nvPr>
        </p:nvSpPr>
        <p:spPr>
          <a:xfrm>
            <a:off x="3712700" y="1786050"/>
            <a:ext cx="14844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Poppins"/>
                <a:ea typeface="Poppins"/>
                <a:cs typeface="Poppins"/>
                <a:sym typeface="Poppins"/>
              </a:rPr>
              <a:t>PRIMARY:</a:t>
            </a:r>
            <a:endParaRPr b="1"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Water flosser users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-Dental patients who maintain above average oral hygiene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-Patients who may  have chronic dental issues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Poppins"/>
                <a:ea typeface="Poppins"/>
                <a:cs typeface="Poppins"/>
                <a:sym typeface="Poppins"/>
              </a:rPr>
              <a:t>SECONDARY:</a:t>
            </a:r>
            <a:endParaRPr b="1"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-Oral hygienists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-Dentists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-Educators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6" name="Google Shape;2716;p56"/>
          <p:cNvSpPr txBox="1"/>
          <p:nvPr>
            <p:ph idx="1" type="body"/>
          </p:nvPr>
        </p:nvSpPr>
        <p:spPr>
          <a:xfrm>
            <a:off x="2147375" y="1786050"/>
            <a:ext cx="14844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-Water Flosser market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-North America (USA) focus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RISK:</a:t>
            </a:r>
            <a:r>
              <a:rPr lang="en" sz="8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 must create a “water flosser fluid” market</a:t>
            </a:r>
            <a:endParaRPr sz="800">
              <a:solidFill>
                <a:srgbClr val="98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7" name="Google Shape;2717;p56"/>
          <p:cNvSpPr txBox="1"/>
          <p:nvPr>
            <p:ph idx="1" type="body"/>
          </p:nvPr>
        </p:nvSpPr>
        <p:spPr>
          <a:xfrm>
            <a:off x="582050" y="3713775"/>
            <a:ext cx="38571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Partner with one water flosser provider (Waterpik) during launch phase; extend to other companies in growth stage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-Partner with dental systems; dentist and dental hygienist are critical educators who are necessary for broader adoption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8" name="Google Shape;2718;p56"/>
          <p:cNvSpPr txBox="1"/>
          <p:nvPr>
            <p:ph idx="1" type="body"/>
          </p:nvPr>
        </p:nvSpPr>
        <p:spPr>
          <a:xfrm>
            <a:off x="6843350" y="1786050"/>
            <a:ext cx="14844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Poppins"/>
                <a:ea typeface="Poppins"/>
                <a:cs typeface="Poppins"/>
                <a:sym typeface="Poppins"/>
              </a:rPr>
              <a:t>PHASE I:</a:t>
            </a:r>
            <a:endParaRPr b="1"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-Available through NanoShine website, WaterPiK website, and select dental offices only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Poppins"/>
                <a:ea typeface="Poppins"/>
                <a:cs typeface="Poppins"/>
                <a:sym typeface="Poppins"/>
              </a:rPr>
              <a:t>PHASE II</a:t>
            </a:r>
            <a:r>
              <a:rPr b="1" lang="en" sz="800">
                <a:latin typeface="Poppins"/>
                <a:ea typeface="Poppins"/>
                <a:cs typeface="Poppins"/>
                <a:sym typeface="Poppins"/>
              </a:rPr>
              <a:t>:</a:t>
            </a:r>
            <a:endParaRPr b="1"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-Available at all dental offices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oppins"/>
                <a:ea typeface="Poppins"/>
                <a:cs typeface="Poppins"/>
                <a:sym typeface="Poppins"/>
              </a:rPr>
              <a:t>-Available for retail purchase</a:t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9" name="Google Shape;2719;p56"/>
          <p:cNvSpPr txBox="1"/>
          <p:nvPr>
            <p:ph idx="1" type="body"/>
          </p:nvPr>
        </p:nvSpPr>
        <p:spPr>
          <a:xfrm>
            <a:off x="5278025" y="1786050"/>
            <a:ext cx="15654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-First-in-kind water flosser fluid product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-Bulk options available to minimize number of re-orders required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Subscription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 options available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-Discounts and samples available  through dentists, and with waterpik flossers [coupons at dentists office, with each bottle]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0" name="Google Shape;2720;p56"/>
          <p:cNvSpPr txBox="1"/>
          <p:nvPr>
            <p:ph idx="1" type="body"/>
          </p:nvPr>
        </p:nvSpPr>
        <p:spPr>
          <a:xfrm>
            <a:off x="4729475" y="3647425"/>
            <a:ext cx="20133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-N</a:t>
            </a: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umber of product sales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-Number of discount redemptions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-Number of unique purchasers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1" name="Google Shape;2721;p56"/>
          <p:cNvSpPr txBox="1"/>
          <p:nvPr>
            <p:ph idx="1" type="body"/>
          </p:nvPr>
        </p:nvSpPr>
        <p:spPr>
          <a:xfrm>
            <a:off x="6658225" y="3647425"/>
            <a:ext cx="17214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-Customer acquisition cost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-Customer lifetime value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2" name="Google Shape;2722;p56"/>
          <p:cNvSpPr txBox="1"/>
          <p:nvPr>
            <p:ph idx="1" type="body"/>
          </p:nvPr>
        </p:nvSpPr>
        <p:spPr>
          <a:xfrm>
            <a:off x="4729475" y="4405425"/>
            <a:ext cx="36498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-Partnership with dental providers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-Operational stability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latin typeface="Poppins"/>
                <a:ea typeface="Poppins"/>
                <a:cs typeface="Poppins"/>
                <a:sym typeface="Poppins"/>
              </a:rPr>
              <a:t>-Adoption by earlier adopters vs. current solution (Water Only Flosser) </a:t>
            </a:r>
            <a:endParaRPr sz="75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6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p5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Appendix: Go-to-Market / Strategic Recommendation 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8" name="Google Shape;2728;p57"/>
          <p:cNvSpPr txBox="1"/>
          <p:nvPr>
            <p:ph idx="1" type="body"/>
          </p:nvPr>
        </p:nvSpPr>
        <p:spPr>
          <a:xfrm>
            <a:off x="720000" y="3226250"/>
            <a:ext cx="7993500" cy="17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Early A</a:t>
            </a:r>
            <a:r>
              <a:rPr lang="en"/>
              <a:t>dopters</a:t>
            </a:r>
            <a:r>
              <a:rPr lang="en"/>
              <a:t> customer profile = people having expensive and time consuming </a:t>
            </a:r>
            <a:r>
              <a:rPr lang="en"/>
              <a:t>habits</a:t>
            </a:r>
            <a:r>
              <a:rPr lang="en"/>
              <a:t> or routine like water floss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Chasm = need of distribution channel, low prices, over the counter availability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Make early adopters your advocates. A word of mouth is strongest marketing tool in this area.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Align your supply </a:t>
            </a:r>
            <a:r>
              <a:rPr lang="en"/>
              <a:t>before</a:t>
            </a:r>
            <a:r>
              <a:rPr lang="en"/>
              <a:t> expansion. Establish new products before competition hits.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product has higher lifetime value to customers.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9" name="Google Shape;2729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30" name="Google Shape;273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9575" y="1152475"/>
            <a:ext cx="5712051" cy="207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4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p5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Appendix: Go-to-Market Strategy </a:t>
            </a:r>
            <a:r>
              <a:rPr lang="en" sz="1700"/>
              <a:t>(Continued)</a:t>
            </a:r>
            <a:endParaRPr sz="1700"/>
          </a:p>
        </p:txBody>
      </p:sp>
      <p:sp>
        <p:nvSpPr>
          <p:cNvPr id="2736" name="Google Shape;2736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7" name="Google Shape;2737;p58"/>
          <p:cNvSpPr txBox="1"/>
          <p:nvPr>
            <p:ph idx="1" type="body"/>
          </p:nvPr>
        </p:nvSpPr>
        <p:spPr>
          <a:xfrm>
            <a:off x="3580275" y="1692600"/>
            <a:ext cx="35847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-"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Provide samples through 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dentist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-"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Give free products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-"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Online sales through website.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Establish &amp; Monitor KPI’s</a:t>
            </a:r>
            <a:endParaRPr sz="15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Total sales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Demography of customer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Cost of acquisition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ifetime value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Brand before expansion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Product line </a:t>
            </a:r>
            <a:r>
              <a:rPr lang="en" sz="1500"/>
              <a:t>extension</a:t>
            </a:r>
            <a:r>
              <a:rPr lang="en" sz="1500"/>
              <a:t>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Distributors / CVS &amp; groceries / E commerce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738" name="Google Shape;2738;p58"/>
          <p:cNvSpPr txBox="1"/>
          <p:nvPr/>
        </p:nvSpPr>
        <p:spPr>
          <a:xfrm>
            <a:off x="668150" y="1109375"/>
            <a:ext cx="26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Strategy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9" name="Google Shape;2739;p58"/>
          <p:cNvSpPr txBox="1"/>
          <p:nvPr/>
        </p:nvSpPr>
        <p:spPr>
          <a:xfrm>
            <a:off x="4035250" y="1155000"/>
            <a:ext cx="187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Action items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0" name="Google Shape;2740;p58"/>
          <p:cNvSpPr txBox="1"/>
          <p:nvPr>
            <p:ph idx="1" type="body"/>
          </p:nvPr>
        </p:nvSpPr>
        <p:spPr>
          <a:xfrm>
            <a:off x="7087125" y="1692600"/>
            <a:ext cx="18762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-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Early adopters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Early Customers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Brand before expansion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Product Line Expansion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741" name="Google Shape;2741;p58"/>
          <p:cNvSpPr txBox="1"/>
          <p:nvPr/>
        </p:nvSpPr>
        <p:spPr>
          <a:xfrm>
            <a:off x="7012725" y="1155000"/>
            <a:ext cx="20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Target Customer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2" name="Google Shape;2742;p58"/>
          <p:cNvSpPr txBox="1"/>
          <p:nvPr>
            <p:ph idx="1" type="body"/>
          </p:nvPr>
        </p:nvSpPr>
        <p:spPr>
          <a:xfrm>
            <a:off x="259525" y="1555200"/>
            <a:ext cx="31485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Step 1)</a:t>
            </a:r>
            <a:r>
              <a:rPr lang="en" sz="1600"/>
              <a:t> </a:t>
            </a:r>
            <a:r>
              <a:rPr b="1" lang="en" sz="1600"/>
              <a:t>Strategic Partnerships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Partner with Waterpik / Start building relation with KOL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Step 2) Loyal customer base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Branding efforts &amp; success stories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Step 3) Establish Supply Chain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channels, warehouse, Demand-supply dynamics 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Step 4)</a:t>
            </a:r>
            <a:r>
              <a:rPr lang="en" sz="1600"/>
              <a:t> </a:t>
            </a:r>
            <a:r>
              <a:rPr b="1" lang="en" sz="1600"/>
              <a:t>Expansion Phase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diversification,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Channel Diversification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5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</a:rPr>
              <a:t>Appendix: References</a:t>
            </a:r>
            <a:endParaRPr sz="2700">
              <a:solidFill>
                <a:srgbClr val="000000"/>
              </a:solidFill>
            </a:endParaRPr>
          </a:p>
        </p:txBody>
      </p:sp>
      <p:sp>
        <p:nvSpPr>
          <p:cNvPr id="2748" name="Google Shape;2748;p59"/>
          <p:cNvSpPr txBox="1"/>
          <p:nvPr>
            <p:ph idx="1" type="body"/>
          </p:nvPr>
        </p:nvSpPr>
        <p:spPr>
          <a:xfrm>
            <a:off x="720000" y="1017600"/>
            <a:ext cx="77040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Water flosser market size: Industry report, 2021-2028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Water Flosser Market Size | Industry Report, 2021-2028. (n.d.). Retrieved April 21, 2023, from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https://www.grandviewresearch.com/industry-analysis/water-flosser-market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Dickinson, G. (October 6th, 2022).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navigate and negotiate contracts with t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hird-party food delivery platforms.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 of House. Retrieved from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https://backofhouse.io/stories/tips-navigate-negotiate-restaurant-contracts-third-party-food-delivery-platforms-commission-rates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Bureau of Labor Statistics (May, 2021). Occupational Employment and Wage Statistics. Retrieved from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https://www.bls.gov/oes/current/oes291292.htm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Bari, S. (February, 2022). IBIS World.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Mouthwash manufacturing in the US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Retrieved from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https://my-ibisworld-com.libproxy2.usc.edu/us/en/industry-specialized/od6033/key-statistics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Cardless (January, 2021). Market penetration strategy. Retrieved from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https://gocardless.com/en-us/guides/posts/market-penetration/#:~:text=market%20penetration%205%25.-,What%20is%20a%20good%20rate%20of%20market%20penetration%3F,already%20doing%20better%20than%20most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Factset (2022). Factset Fundamentals - Water Pik. Retrieved from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https://login.factset.com/login/xoM4jTODNt1DQZiEFfv2epjgwEy_90OY4PMHmCT4nVWBNoOUq5l1gngk-6goz21COdbrZuVD15k0pCIYD-6Iucp8o8wZ2KRMX8YMq9xq_3_4HnMLvSWXbN42I39yGY3LvVjPTnQGizAhdBPHyQeVlc9v1-pdkV1N2Ma4vhKzebJkjAFfUBBV5T7v5A6IwBY8Lq9NFqP1B4-1joSSJilQDA/xoM55/9xq81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9" name="Google Shape;2749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nefits of Orthodontics Conference by Slidesgo">
  <a:themeElements>
    <a:clrScheme name="Simple Light">
      <a:dk1>
        <a:srgbClr val="001C44"/>
      </a:dk1>
      <a:lt1>
        <a:srgbClr val="F8FCFF"/>
      </a:lt1>
      <a:dk2>
        <a:srgbClr val="14376F"/>
      </a:dk2>
      <a:lt2>
        <a:srgbClr val="3291E1"/>
      </a:lt2>
      <a:accent1>
        <a:srgbClr val="87D6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1C4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
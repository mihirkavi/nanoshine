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Nuni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Orbitron"/>
      <p:regular r:id="rId29"/>
      <p:bold r:id="rId30"/>
    </p:embeddedFont>
    <p:embeddedFont>
      <p:font typeface="Itim"/>
      <p:regular r:id="rId31"/>
    </p:embeddedFont>
    <p:embeddedFont>
      <p:font typeface="Ex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rbitron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tim-regular.fntdata"/><Relationship Id="rId30" Type="http://schemas.openxmlformats.org/officeDocument/2006/relationships/font" Target="fonts/Orbitron-bold.fntdata"/><Relationship Id="rId11" Type="http://schemas.openxmlformats.org/officeDocument/2006/relationships/slide" Target="slides/slide6.xml"/><Relationship Id="rId33" Type="http://schemas.openxmlformats.org/officeDocument/2006/relationships/font" Target="fonts/Exo-bold.fntdata"/><Relationship Id="rId10" Type="http://schemas.openxmlformats.org/officeDocument/2006/relationships/slide" Target="slides/slide5.xml"/><Relationship Id="rId32" Type="http://schemas.openxmlformats.org/officeDocument/2006/relationships/font" Target="fonts/Exo-regular.fntdata"/><Relationship Id="rId13" Type="http://schemas.openxmlformats.org/officeDocument/2006/relationships/font" Target="fonts/Roboto-regular.fntdata"/><Relationship Id="rId35" Type="http://schemas.openxmlformats.org/officeDocument/2006/relationships/font" Target="fonts/Exo-boldItalic.fntdata"/><Relationship Id="rId12" Type="http://schemas.openxmlformats.org/officeDocument/2006/relationships/slide" Target="slides/slide7.xml"/><Relationship Id="rId34" Type="http://schemas.openxmlformats.org/officeDocument/2006/relationships/font" Target="fonts/Exo-italic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Nunito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g22c30c3907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5" name="Google Shape;2345;g22c30c3907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22c30c3907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22c30c3907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g22c30c3907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2" name="Google Shape;2392;g22c30c3907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g22c30c3907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3" name="Google Shape;2413;g22c30c3907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g209c7374cb0_0_34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9" name="Google Shape;2419;g209c7374cb0_0_34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22c30c3907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2" name="Google Shape;2452;g22c30c3907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g22c30c3907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3" name="Google Shape;2463;g22c30c3907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652694" y="176933"/>
            <a:ext cx="1146819" cy="548812"/>
            <a:chOff x="126925" y="511427"/>
            <a:chExt cx="697154" cy="333625"/>
          </a:xfrm>
        </p:grpSpPr>
        <p:sp>
          <p:nvSpPr>
            <p:cNvPr id="10" name="Google Shape;10;p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47" name="Google Shape;47;p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2"/>
          <p:cNvGrpSpPr/>
          <p:nvPr/>
        </p:nvGrpSpPr>
        <p:grpSpPr>
          <a:xfrm>
            <a:off x="-866425" y="-915050"/>
            <a:ext cx="1999366" cy="1996853"/>
            <a:chOff x="1261508" y="230234"/>
            <a:chExt cx="842548" cy="841489"/>
          </a:xfrm>
        </p:grpSpPr>
        <p:sp>
          <p:nvSpPr>
            <p:cNvPr id="84" name="Google Shape;84;p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2"/>
          <p:cNvGrpSpPr/>
          <p:nvPr/>
        </p:nvGrpSpPr>
        <p:grpSpPr>
          <a:xfrm>
            <a:off x="8157900" y="3034150"/>
            <a:ext cx="1999366" cy="1996853"/>
            <a:chOff x="1261508" y="230234"/>
            <a:chExt cx="842548" cy="841489"/>
          </a:xfrm>
        </p:grpSpPr>
        <p:sp>
          <p:nvSpPr>
            <p:cNvPr id="90" name="Google Shape;90;p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2"/>
          <p:cNvSpPr txBox="1"/>
          <p:nvPr>
            <p:ph type="ctrTitle"/>
          </p:nvPr>
        </p:nvSpPr>
        <p:spPr>
          <a:xfrm>
            <a:off x="1622013" y="1250188"/>
            <a:ext cx="4467000" cy="2243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" name="Google Shape;96;p2"/>
          <p:cNvSpPr txBox="1"/>
          <p:nvPr>
            <p:ph idx="1" type="subTitle"/>
          </p:nvPr>
        </p:nvSpPr>
        <p:spPr>
          <a:xfrm>
            <a:off x="1622013" y="3493410"/>
            <a:ext cx="44670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" name="Google Shape;97;p2"/>
          <p:cNvSpPr/>
          <p:nvPr/>
        </p:nvSpPr>
        <p:spPr>
          <a:xfrm>
            <a:off x="449576" y="1432127"/>
            <a:ext cx="95270" cy="141359"/>
          </a:xfrm>
          <a:custGeom>
            <a:rect b="b" l="l" r="r" t="t"/>
            <a:pathLst>
              <a:path extrusionOk="0" h="2058" w="1387">
                <a:moveTo>
                  <a:pt x="697" y="1"/>
                </a:moveTo>
                <a:cubicBezTo>
                  <a:pt x="642" y="851"/>
                  <a:pt x="592" y="925"/>
                  <a:pt x="1" y="1029"/>
                </a:cubicBezTo>
                <a:cubicBezTo>
                  <a:pt x="592" y="1134"/>
                  <a:pt x="642" y="1208"/>
                  <a:pt x="697" y="2058"/>
                </a:cubicBezTo>
                <a:cubicBezTo>
                  <a:pt x="771" y="1208"/>
                  <a:pt x="826" y="1134"/>
                  <a:pt x="1387" y="1029"/>
                </a:cubicBezTo>
                <a:cubicBezTo>
                  <a:pt x="826" y="925"/>
                  <a:pt x="771" y="851"/>
                  <a:pt x="6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076156" y="2419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3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101" name="Google Shape;101;p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3"/>
          <p:cNvGrpSpPr/>
          <p:nvPr/>
        </p:nvGrpSpPr>
        <p:grpSpPr>
          <a:xfrm>
            <a:off x="1215722" y="350431"/>
            <a:ext cx="287314" cy="379145"/>
            <a:chOff x="3216099" y="239444"/>
            <a:chExt cx="173751" cy="229285"/>
          </a:xfrm>
        </p:grpSpPr>
        <p:sp>
          <p:nvSpPr>
            <p:cNvPr id="138" name="Google Shape;138;p3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2971250" y="-1074850"/>
            <a:ext cx="1999366" cy="1996853"/>
            <a:chOff x="1261508" y="230234"/>
            <a:chExt cx="842548" cy="841489"/>
          </a:xfrm>
        </p:grpSpPr>
        <p:sp>
          <p:nvSpPr>
            <p:cNvPr id="141" name="Google Shape;141;p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7949350" y="3887875"/>
            <a:ext cx="1999366" cy="1996853"/>
            <a:chOff x="1261508" y="230234"/>
            <a:chExt cx="842548" cy="841489"/>
          </a:xfrm>
        </p:grpSpPr>
        <p:sp>
          <p:nvSpPr>
            <p:cNvPr id="147" name="Google Shape;147;p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3"/>
          <p:cNvSpPr txBox="1"/>
          <p:nvPr>
            <p:ph type="title"/>
          </p:nvPr>
        </p:nvSpPr>
        <p:spPr>
          <a:xfrm>
            <a:off x="713100" y="2388038"/>
            <a:ext cx="4213200" cy="7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3"/>
          <p:cNvSpPr txBox="1"/>
          <p:nvPr>
            <p:ph hasCustomPrompt="1" idx="2" type="title"/>
          </p:nvPr>
        </p:nvSpPr>
        <p:spPr>
          <a:xfrm>
            <a:off x="713100" y="1466474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54" name="Google Shape;154;p3"/>
          <p:cNvSpPr txBox="1"/>
          <p:nvPr>
            <p:ph idx="1" type="subTitle"/>
          </p:nvPr>
        </p:nvSpPr>
        <p:spPr>
          <a:xfrm>
            <a:off x="713100" y="3260199"/>
            <a:ext cx="42132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ivvic"/>
              <a:buChar char="●"/>
              <a:defRPr>
                <a:latin typeface="Itim"/>
                <a:ea typeface="Itim"/>
                <a:cs typeface="Itim"/>
                <a:sym typeface="Itim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/>
        </p:txBody>
      </p:sp>
      <p:grpSp>
        <p:nvGrpSpPr>
          <p:cNvPr id="158" name="Google Shape;158;p4"/>
          <p:cNvGrpSpPr/>
          <p:nvPr/>
        </p:nvGrpSpPr>
        <p:grpSpPr>
          <a:xfrm>
            <a:off x="139694" y="128721"/>
            <a:ext cx="1146819" cy="548812"/>
            <a:chOff x="126925" y="511427"/>
            <a:chExt cx="697154" cy="333625"/>
          </a:xfrm>
        </p:grpSpPr>
        <p:sp>
          <p:nvSpPr>
            <p:cNvPr id="159" name="Google Shape;159;p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4"/>
          <p:cNvGrpSpPr/>
          <p:nvPr/>
        </p:nvGrpSpPr>
        <p:grpSpPr>
          <a:xfrm>
            <a:off x="7849225" y="-844375"/>
            <a:ext cx="1999366" cy="1996853"/>
            <a:chOff x="1261508" y="230234"/>
            <a:chExt cx="842548" cy="841489"/>
          </a:xfrm>
        </p:grpSpPr>
        <p:sp>
          <p:nvSpPr>
            <p:cNvPr id="196" name="Google Shape;196;p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4"/>
          <p:cNvGrpSpPr/>
          <p:nvPr/>
        </p:nvGrpSpPr>
        <p:grpSpPr>
          <a:xfrm>
            <a:off x="6623900" y="4069175"/>
            <a:ext cx="1999366" cy="1996853"/>
            <a:chOff x="1261508" y="230234"/>
            <a:chExt cx="842548" cy="841489"/>
          </a:xfrm>
        </p:grpSpPr>
        <p:sp>
          <p:nvSpPr>
            <p:cNvPr id="202" name="Google Shape;202;p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4"/>
          <p:cNvGrpSpPr/>
          <p:nvPr/>
        </p:nvGrpSpPr>
        <p:grpSpPr>
          <a:xfrm>
            <a:off x="6707047" y="62731"/>
            <a:ext cx="287314" cy="379145"/>
            <a:chOff x="3216099" y="239444"/>
            <a:chExt cx="173751" cy="229285"/>
          </a:xfrm>
        </p:grpSpPr>
        <p:sp>
          <p:nvSpPr>
            <p:cNvPr id="208" name="Google Shape;208;p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4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211" name="Google Shape;211;p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4"/>
          <p:cNvGrpSpPr/>
          <p:nvPr/>
        </p:nvGrpSpPr>
        <p:grpSpPr>
          <a:xfrm>
            <a:off x="8659297" y="1462375"/>
            <a:ext cx="255228" cy="341001"/>
            <a:chOff x="3216099" y="262511"/>
            <a:chExt cx="154347" cy="206217"/>
          </a:xfrm>
        </p:grpSpPr>
        <p:sp>
          <p:nvSpPr>
            <p:cNvPr id="214" name="Google Shape;214;p4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4"/>
          <p:cNvSpPr/>
          <p:nvPr/>
        </p:nvSpPr>
        <p:spPr>
          <a:xfrm>
            <a:off x="711767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5"/>
          <p:cNvGrpSpPr/>
          <p:nvPr/>
        </p:nvGrpSpPr>
        <p:grpSpPr>
          <a:xfrm rot="5400000">
            <a:off x="139694" y="1446371"/>
            <a:ext cx="1146819" cy="548812"/>
            <a:chOff x="126925" y="511427"/>
            <a:chExt cx="697154" cy="333625"/>
          </a:xfrm>
        </p:grpSpPr>
        <p:sp>
          <p:nvSpPr>
            <p:cNvPr id="219" name="Google Shape;219;p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" name="Google Shape;255;p5"/>
          <p:cNvGrpSpPr/>
          <p:nvPr/>
        </p:nvGrpSpPr>
        <p:grpSpPr>
          <a:xfrm>
            <a:off x="806172" y="249306"/>
            <a:ext cx="287314" cy="379145"/>
            <a:chOff x="3216099" y="239444"/>
            <a:chExt cx="173751" cy="229285"/>
          </a:xfrm>
        </p:grpSpPr>
        <p:sp>
          <p:nvSpPr>
            <p:cNvPr id="256" name="Google Shape;256;p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5"/>
          <p:cNvGrpSpPr/>
          <p:nvPr/>
        </p:nvGrpSpPr>
        <p:grpSpPr>
          <a:xfrm>
            <a:off x="8144257" y="4556301"/>
            <a:ext cx="407031" cy="431553"/>
            <a:chOff x="5639106" y="643680"/>
            <a:chExt cx="246148" cy="260978"/>
          </a:xfrm>
        </p:grpSpPr>
        <p:sp>
          <p:nvSpPr>
            <p:cNvPr id="259" name="Google Shape;259;p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" name="Google Shape;261;p5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8468956" y="4312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5"/>
          <p:cNvGrpSpPr/>
          <p:nvPr/>
        </p:nvGrpSpPr>
        <p:grpSpPr>
          <a:xfrm>
            <a:off x="7956675" y="722350"/>
            <a:ext cx="1999366" cy="1996853"/>
            <a:chOff x="1261508" y="230234"/>
            <a:chExt cx="842548" cy="841489"/>
          </a:xfrm>
        </p:grpSpPr>
        <p:sp>
          <p:nvSpPr>
            <p:cNvPr id="264" name="Google Shape;264;p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5"/>
          <p:cNvGrpSpPr/>
          <p:nvPr/>
        </p:nvGrpSpPr>
        <p:grpSpPr>
          <a:xfrm>
            <a:off x="-716375" y="3982725"/>
            <a:ext cx="1999366" cy="1996853"/>
            <a:chOff x="1261508" y="230234"/>
            <a:chExt cx="842548" cy="841489"/>
          </a:xfrm>
        </p:grpSpPr>
        <p:sp>
          <p:nvSpPr>
            <p:cNvPr id="270" name="Google Shape;270;p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5"/>
          <p:cNvGrpSpPr/>
          <p:nvPr/>
        </p:nvGrpSpPr>
        <p:grpSpPr>
          <a:xfrm>
            <a:off x="7772907" y="223101"/>
            <a:ext cx="407031" cy="431553"/>
            <a:chOff x="5639106" y="643680"/>
            <a:chExt cx="246148" cy="260978"/>
          </a:xfrm>
        </p:grpSpPr>
        <p:sp>
          <p:nvSpPr>
            <p:cNvPr id="276" name="Google Shape;276;p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9" name="Google Shape;279;p5"/>
          <p:cNvSpPr txBox="1"/>
          <p:nvPr>
            <p:ph idx="1" type="subTitle"/>
          </p:nvPr>
        </p:nvSpPr>
        <p:spPr>
          <a:xfrm>
            <a:off x="1692227" y="2976756"/>
            <a:ext cx="25557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0" name="Google Shape;280;p5"/>
          <p:cNvSpPr txBox="1"/>
          <p:nvPr>
            <p:ph idx="2" type="subTitle"/>
          </p:nvPr>
        </p:nvSpPr>
        <p:spPr>
          <a:xfrm>
            <a:off x="4896077" y="2976756"/>
            <a:ext cx="25557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1" name="Google Shape;281;p5"/>
          <p:cNvSpPr txBox="1"/>
          <p:nvPr>
            <p:ph idx="3" type="subTitle"/>
          </p:nvPr>
        </p:nvSpPr>
        <p:spPr>
          <a:xfrm>
            <a:off x="1692225" y="2571760"/>
            <a:ext cx="2555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"/>
          <p:cNvSpPr txBox="1"/>
          <p:nvPr>
            <p:ph idx="4" type="subTitle"/>
          </p:nvPr>
        </p:nvSpPr>
        <p:spPr>
          <a:xfrm>
            <a:off x="4896075" y="2571760"/>
            <a:ext cx="2555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6"/>
          <p:cNvGrpSpPr/>
          <p:nvPr/>
        </p:nvGrpSpPr>
        <p:grpSpPr>
          <a:xfrm>
            <a:off x="347544" y="265596"/>
            <a:ext cx="1146819" cy="548812"/>
            <a:chOff x="126925" y="511427"/>
            <a:chExt cx="697154" cy="333625"/>
          </a:xfrm>
        </p:grpSpPr>
        <p:sp>
          <p:nvSpPr>
            <p:cNvPr id="285" name="Google Shape;285;p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347547" y="1045506"/>
            <a:ext cx="287314" cy="379145"/>
            <a:chOff x="3216099" y="239444"/>
            <a:chExt cx="173751" cy="229285"/>
          </a:xfrm>
        </p:grpSpPr>
        <p:sp>
          <p:nvSpPr>
            <p:cNvPr id="322" name="Google Shape;322;p6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8476107" y="4044101"/>
            <a:ext cx="407031" cy="431553"/>
            <a:chOff x="5639106" y="643680"/>
            <a:chExt cx="246148" cy="260978"/>
          </a:xfrm>
        </p:grpSpPr>
        <p:sp>
          <p:nvSpPr>
            <p:cNvPr id="325" name="Google Shape;325;p6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6"/>
          <p:cNvSpPr/>
          <p:nvPr/>
        </p:nvSpPr>
        <p:spPr>
          <a:xfrm>
            <a:off x="1704322" y="1777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8800806" y="38007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6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330" name="Google Shape;330;p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6"/>
          <p:cNvGrpSpPr/>
          <p:nvPr/>
        </p:nvGrpSpPr>
        <p:grpSpPr>
          <a:xfrm>
            <a:off x="-932850" y="3982725"/>
            <a:ext cx="1999366" cy="1996853"/>
            <a:chOff x="1261508" y="230234"/>
            <a:chExt cx="842548" cy="841489"/>
          </a:xfrm>
        </p:grpSpPr>
        <p:sp>
          <p:nvSpPr>
            <p:cNvPr id="336" name="Google Shape;336;p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" name="Google Shape;341;p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7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344" name="Google Shape;344;p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7"/>
          <p:cNvGrpSpPr/>
          <p:nvPr/>
        </p:nvGrpSpPr>
        <p:grpSpPr>
          <a:xfrm>
            <a:off x="2572625" y="4152000"/>
            <a:ext cx="1999366" cy="1996853"/>
            <a:chOff x="1261508" y="230234"/>
            <a:chExt cx="842548" cy="841489"/>
          </a:xfrm>
        </p:grpSpPr>
        <p:sp>
          <p:nvSpPr>
            <p:cNvPr id="350" name="Google Shape;350;p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7"/>
          <p:cNvGrpSpPr/>
          <p:nvPr/>
        </p:nvGrpSpPr>
        <p:grpSpPr>
          <a:xfrm>
            <a:off x="7277194" y="4328971"/>
            <a:ext cx="1146819" cy="548812"/>
            <a:chOff x="126925" y="511427"/>
            <a:chExt cx="697154" cy="333625"/>
          </a:xfrm>
        </p:grpSpPr>
        <p:sp>
          <p:nvSpPr>
            <p:cNvPr id="356" name="Google Shape;356;p7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7"/>
          <p:cNvGrpSpPr/>
          <p:nvPr/>
        </p:nvGrpSpPr>
        <p:grpSpPr>
          <a:xfrm>
            <a:off x="432697" y="197531"/>
            <a:ext cx="287314" cy="379145"/>
            <a:chOff x="3216099" y="239444"/>
            <a:chExt cx="173751" cy="229285"/>
          </a:xfrm>
        </p:grpSpPr>
        <p:sp>
          <p:nvSpPr>
            <p:cNvPr id="393" name="Google Shape;393;p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7"/>
          <p:cNvSpPr txBox="1"/>
          <p:nvPr>
            <p:ph type="title"/>
          </p:nvPr>
        </p:nvSpPr>
        <p:spPr>
          <a:xfrm>
            <a:off x="720010" y="529475"/>
            <a:ext cx="77040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6" name="Google Shape;396;p7"/>
          <p:cNvSpPr txBox="1"/>
          <p:nvPr>
            <p:ph idx="1" type="subTitle"/>
          </p:nvPr>
        </p:nvSpPr>
        <p:spPr>
          <a:xfrm>
            <a:off x="720000" y="1523700"/>
            <a:ext cx="4345800" cy="20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8"/>
          <p:cNvGrpSpPr/>
          <p:nvPr/>
        </p:nvGrpSpPr>
        <p:grpSpPr>
          <a:xfrm>
            <a:off x="139694" y="265596"/>
            <a:ext cx="1146819" cy="548812"/>
            <a:chOff x="126925" y="511427"/>
            <a:chExt cx="697154" cy="333625"/>
          </a:xfrm>
        </p:grpSpPr>
        <p:sp>
          <p:nvSpPr>
            <p:cNvPr id="399" name="Google Shape;399;p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8"/>
          <p:cNvGrpSpPr/>
          <p:nvPr/>
        </p:nvGrpSpPr>
        <p:grpSpPr>
          <a:xfrm>
            <a:off x="324933" y="2838416"/>
            <a:ext cx="297892" cy="415961"/>
            <a:chOff x="4872628" y="1304490"/>
            <a:chExt cx="180147" cy="251548"/>
          </a:xfrm>
        </p:grpSpPr>
        <p:sp>
          <p:nvSpPr>
            <p:cNvPr id="436" name="Google Shape;436;p8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8"/>
          <p:cNvGrpSpPr/>
          <p:nvPr/>
        </p:nvGrpSpPr>
        <p:grpSpPr>
          <a:xfrm>
            <a:off x="8386082" y="2879026"/>
            <a:ext cx="407031" cy="431553"/>
            <a:chOff x="5639106" y="643680"/>
            <a:chExt cx="246148" cy="260978"/>
          </a:xfrm>
        </p:grpSpPr>
        <p:sp>
          <p:nvSpPr>
            <p:cNvPr id="439" name="Google Shape;439;p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8"/>
          <p:cNvSpPr/>
          <p:nvPr/>
        </p:nvSpPr>
        <p:spPr>
          <a:xfrm>
            <a:off x="8737725" y="366940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8"/>
          <p:cNvGrpSpPr/>
          <p:nvPr/>
        </p:nvGrpSpPr>
        <p:grpSpPr>
          <a:xfrm>
            <a:off x="6167600" y="-850300"/>
            <a:ext cx="1999366" cy="1996853"/>
            <a:chOff x="1261508" y="230234"/>
            <a:chExt cx="842548" cy="841489"/>
          </a:xfrm>
        </p:grpSpPr>
        <p:sp>
          <p:nvSpPr>
            <p:cNvPr id="443" name="Google Shape;443;p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8"/>
          <p:cNvGrpSpPr/>
          <p:nvPr/>
        </p:nvGrpSpPr>
        <p:grpSpPr>
          <a:xfrm>
            <a:off x="1170087" y="4187425"/>
            <a:ext cx="1999366" cy="1996853"/>
            <a:chOff x="1261508" y="230234"/>
            <a:chExt cx="842548" cy="841489"/>
          </a:xfrm>
        </p:grpSpPr>
        <p:sp>
          <p:nvSpPr>
            <p:cNvPr id="449" name="Google Shape;449;p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8"/>
          <p:cNvGrpSpPr/>
          <p:nvPr/>
        </p:nvGrpSpPr>
        <p:grpSpPr>
          <a:xfrm>
            <a:off x="7850594" y="4328971"/>
            <a:ext cx="1146819" cy="548812"/>
            <a:chOff x="126925" y="511427"/>
            <a:chExt cx="697154" cy="333625"/>
          </a:xfrm>
        </p:grpSpPr>
        <p:sp>
          <p:nvSpPr>
            <p:cNvPr id="455" name="Google Shape;455;p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" name="Google Shape;491;p8"/>
          <p:cNvSpPr txBox="1"/>
          <p:nvPr>
            <p:ph type="title"/>
          </p:nvPr>
        </p:nvSpPr>
        <p:spPr>
          <a:xfrm>
            <a:off x="720100" y="1579853"/>
            <a:ext cx="7704000" cy="116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9"/>
          <p:cNvGrpSpPr/>
          <p:nvPr/>
        </p:nvGrpSpPr>
        <p:grpSpPr>
          <a:xfrm>
            <a:off x="3998644" y="302496"/>
            <a:ext cx="1146819" cy="548812"/>
            <a:chOff x="126925" y="511427"/>
            <a:chExt cx="697154" cy="333625"/>
          </a:xfrm>
        </p:grpSpPr>
        <p:sp>
          <p:nvSpPr>
            <p:cNvPr id="494" name="Google Shape;494;p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" name="Google Shape;530;p9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531" name="Google Shape;531;p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9"/>
          <p:cNvGrpSpPr/>
          <p:nvPr/>
        </p:nvGrpSpPr>
        <p:grpSpPr>
          <a:xfrm>
            <a:off x="3998644" y="4292196"/>
            <a:ext cx="1146819" cy="548812"/>
            <a:chOff x="126925" y="511427"/>
            <a:chExt cx="697154" cy="333625"/>
          </a:xfrm>
        </p:grpSpPr>
        <p:sp>
          <p:nvSpPr>
            <p:cNvPr id="537" name="Google Shape;537;p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9"/>
          <p:cNvGrpSpPr/>
          <p:nvPr/>
        </p:nvGrpSpPr>
        <p:grpSpPr>
          <a:xfrm>
            <a:off x="1215722" y="350431"/>
            <a:ext cx="287314" cy="379145"/>
            <a:chOff x="3216099" y="239444"/>
            <a:chExt cx="173751" cy="229285"/>
          </a:xfrm>
        </p:grpSpPr>
        <p:sp>
          <p:nvSpPr>
            <p:cNvPr id="574" name="Google Shape;574;p9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9"/>
          <p:cNvSpPr/>
          <p:nvPr/>
        </p:nvSpPr>
        <p:spPr>
          <a:xfrm>
            <a:off x="6076156" y="2419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7" name="Google Shape;577;p9"/>
          <p:cNvGrpSpPr/>
          <p:nvPr/>
        </p:nvGrpSpPr>
        <p:grpSpPr>
          <a:xfrm>
            <a:off x="-954450" y="3818350"/>
            <a:ext cx="1999366" cy="1996853"/>
            <a:chOff x="1261508" y="230234"/>
            <a:chExt cx="842548" cy="841489"/>
          </a:xfrm>
        </p:grpSpPr>
        <p:sp>
          <p:nvSpPr>
            <p:cNvPr id="578" name="Google Shape;578;p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3" name="Google Shape;583;p9"/>
          <p:cNvSpPr txBox="1"/>
          <p:nvPr>
            <p:ph type="title"/>
          </p:nvPr>
        </p:nvSpPr>
        <p:spPr>
          <a:xfrm>
            <a:off x="2270000" y="1376227"/>
            <a:ext cx="4604100" cy="12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4" name="Google Shape;584;p9"/>
          <p:cNvSpPr txBox="1"/>
          <p:nvPr>
            <p:ph idx="1" type="subTitle"/>
          </p:nvPr>
        </p:nvSpPr>
        <p:spPr>
          <a:xfrm>
            <a:off x="2269888" y="2674290"/>
            <a:ext cx="4604100" cy="602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"/>
          <p:cNvSpPr/>
          <p:nvPr>
            <p:ph idx="2" type="pic"/>
          </p:nvPr>
        </p:nvSpPr>
        <p:spPr>
          <a:xfrm>
            <a:off x="-7200" y="-7200"/>
            <a:ext cx="9151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10"/>
          <p:cNvSpPr txBox="1"/>
          <p:nvPr>
            <p:ph type="title"/>
          </p:nvPr>
        </p:nvSpPr>
        <p:spPr>
          <a:xfrm>
            <a:off x="720000" y="540000"/>
            <a:ext cx="7704000" cy="6753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11"/>
          <p:cNvGrpSpPr/>
          <p:nvPr/>
        </p:nvGrpSpPr>
        <p:grpSpPr>
          <a:xfrm>
            <a:off x="3998594" y="265596"/>
            <a:ext cx="1146819" cy="548812"/>
            <a:chOff x="126925" y="511427"/>
            <a:chExt cx="697154" cy="333625"/>
          </a:xfrm>
        </p:grpSpPr>
        <p:sp>
          <p:nvSpPr>
            <p:cNvPr id="590" name="Google Shape;590;p1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11"/>
          <p:cNvGrpSpPr/>
          <p:nvPr/>
        </p:nvGrpSpPr>
        <p:grpSpPr>
          <a:xfrm>
            <a:off x="209547" y="3610981"/>
            <a:ext cx="287314" cy="379145"/>
            <a:chOff x="3216099" y="239444"/>
            <a:chExt cx="173751" cy="229285"/>
          </a:xfrm>
        </p:grpSpPr>
        <p:sp>
          <p:nvSpPr>
            <p:cNvPr id="627" name="Google Shape;627;p1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1"/>
          <p:cNvGrpSpPr/>
          <p:nvPr/>
        </p:nvGrpSpPr>
        <p:grpSpPr>
          <a:xfrm>
            <a:off x="8144257" y="4556301"/>
            <a:ext cx="407031" cy="431553"/>
            <a:chOff x="5639106" y="643680"/>
            <a:chExt cx="246148" cy="260978"/>
          </a:xfrm>
        </p:grpSpPr>
        <p:sp>
          <p:nvSpPr>
            <p:cNvPr id="630" name="Google Shape;630;p1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11"/>
          <p:cNvSpPr/>
          <p:nvPr/>
        </p:nvSpPr>
        <p:spPr>
          <a:xfrm>
            <a:off x="8468984" y="23902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1"/>
          <p:cNvSpPr/>
          <p:nvPr/>
        </p:nvSpPr>
        <p:spPr>
          <a:xfrm>
            <a:off x="8468956" y="4312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11"/>
          <p:cNvGrpSpPr/>
          <p:nvPr/>
        </p:nvGrpSpPr>
        <p:grpSpPr>
          <a:xfrm>
            <a:off x="7971100" y="325600"/>
            <a:ext cx="1999366" cy="1996853"/>
            <a:chOff x="1261508" y="230234"/>
            <a:chExt cx="842548" cy="841489"/>
          </a:xfrm>
        </p:grpSpPr>
        <p:sp>
          <p:nvSpPr>
            <p:cNvPr id="635" name="Google Shape;635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0" name="Google Shape;640;p11"/>
          <p:cNvGrpSpPr/>
          <p:nvPr/>
        </p:nvGrpSpPr>
        <p:grpSpPr>
          <a:xfrm>
            <a:off x="1913150" y="4184725"/>
            <a:ext cx="1999366" cy="1996853"/>
            <a:chOff x="1261508" y="230234"/>
            <a:chExt cx="842548" cy="841489"/>
          </a:xfrm>
        </p:grpSpPr>
        <p:sp>
          <p:nvSpPr>
            <p:cNvPr id="641" name="Google Shape;641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6" name="Google Shape;646;p11"/>
          <p:cNvGrpSpPr/>
          <p:nvPr/>
        </p:nvGrpSpPr>
        <p:grpSpPr>
          <a:xfrm>
            <a:off x="7378499" y="212399"/>
            <a:ext cx="361414" cy="377330"/>
            <a:chOff x="5666693" y="676471"/>
            <a:chExt cx="218562" cy="228187"/>
          </a:xfrm>
        </p:grpSpPr>
        <p:sp>
          <p:nvSpPr>
            <p:cNvPr id="647" name="Google Shape;647;p11"/>
            <p:cNvSpPr/>
            <p:nvPr/>
          </p:nvSpPr>
          <p:spPr>
            <a:xfrm>
              <a:off x="5666693" y="676471"/>
              <a:ext cx="114225" cy="135792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9" name="Google Shape;649;p11"/>
          <p:cNvGrpSpPr/>
          <p:nvPr/>
        </p:nvGrpSpPr>
        <p:grpSpPr>
          <a:xfrm>
            <a:off x="-1214150" y="1232250"/>
            <a:ext cx="1999366" cy="1996853"/>
            <a:chOff x="1261508" y="230234"/>
            <a:chExt cx="842548" cy="841489"/>
          </a:xfrm>
        </p:grpSpPr>
        <p:sp>
          <p:nvSpPr>
            <p:cNvPr id="650" name="Google Shape;650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5" name="Google Shape;655;p11"/>
          <p:cNvGrpSpPr/>
          <p:nvPr/>
        </p:nvGrpSpPr>
        <p:grpSpPr>
          <a:xfrm>
            <a:off x="1551724" y="325599"/>
            <a:ext cx="361414" cy="377330"/>
            <a:chOff x="5666693" y="676471"/>
            <a:chExt cx="218562" cy="228187"/>
          </a:xfrm>
        </p:grpSpPr>
        <p:sp>
          <p:nvSpPr>
            <p:cNvPr id="656" name="Google Shape;656;p11"/>
            <p:cNvSpPr/>
            <p:nvPr/>
          </p:nvSpPr>
          <p:spPr>
            <a:xfrm>
              <a:off x="5666693" y="676471"/>
              <a:ext cx="114225" cy="135792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8" name="Google Shape;658;p11"/>
          <p:cNvSpPr txBox="1"/>
          <p:nvPr>
            <p:ph hasCustomPrompt="1" type="title"/>
          </p:nvPr>
        </p:nvSpPr>
        <p:spPr>
          <a:xfrm>
            <a:off x="1551725" y="1233075"/>
            <a:ext cx="6040500" cy="11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9" name="Google Shape;659;p11"/>
          <p:cNvSpPr txBox="1"/>
          <p:nvPr>
            <p:ph idx="1" type="subTitle"/>
          </p:nvPr>
        </p:nvSpPr>
        <p:spPr>
          <a:xfrm>
            <a:off x="1551725" y="2475103"/>
            <a:ext cx="60405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13"/>
          <p:cNvGrpSpPr/>
          <p:nvPr/>
        </p:nvGrpSpPr>
        <p:grpSpPr>
          <a:xfrm>
            <a:off x="333644" y="265596"/>
            <a:ext cx="1146819" cy="548812"/>
            <a:chOff x="126925" y="511427"/>
            <a:chExt cx="697154" cy="333625"/>
          </a:xfrm>
        </p:grpSpPr>
        <p:sp>
          <p:nvSpPr>
            <p:cNvPr id="663" name="Google Shape;663;p1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9" name="Google Shape;699;p13"/>
          <p:cNvGrpSpPr/>
          <p:nvPr/>
        </p:nvGrpSpPr>
        <p:grpSpPr>
          <a:xfrm>
            <a:off x="7277194" y="4328971"/>
            <a:ext cx="1146819" cy="548812"/>
            <a:chOff x="126925" y="511427"/>
            <a:chExt cx="697154" cy="333625"/>
          </a:xfrm>
        </p:grpSpPr>
        <p:sp>
          <p:nvSpPr>
            <p:cNvPr id="700" name="Google Shape;700;p1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3"/>
          <p:cNvGrpSpPr/>
          <p:nvPr/>
        </p:nvGrpSpPr>
        <p:grpSpPr>
          <a:xfrm>
            <a:off x="8231487" y="1573325"/>
            <a:ext cx="1999366" cy="1996853"/>
            <a:chOff x="1261508" y="230234"/>
            <a:chExt cx="842548" cy="841489"/>
          </a:xfrm>
        </p:grpSpPr>
        <p:sp>
          <p:nvSpPr>
            <p:cNvPr id="737" name="Google Shape;737;p1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2" name="Google Shape;742;p13"/>
          <p:cNvGrpSpPr/>
          <p:nvPr/>
        </p:nvGrpSpPr>
        <p:grpSpPr>
          <a:xfrm>
            <a:off x="-1086863" y="1573325"/>
            <a:ext cx="1999366" cy="1996853"/>
            <a:chOff x="1261508" y="230234"/>
            <a:chExt cx="842548" cy="841489"/>
          </a:xfrm>
        </p:grpSpPr>
        <p:sp>
          <p:nvSpPr>
            <p:cNvPr id="743" name="Google Shape;743;p1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8" name="Google Shape;748;p13"/>
          <p:cNvSpPr txBox="1"/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49" name="Google Shape;749;p13"/>
          <p:cNvSpPr txBox="1"/>
          <p:nvPr>
            <p:ph idx="1" type="subTitle"/>
          </p:nvPr>
        </p:nvSpPr>
        <p:spPr>
          <a:xfrm>
            <a:off x="2154913" y="2354665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0" name="Google Shape;750;p13"/>
          <p:cNvSpPr txBox="1"/>
          <p:nvPr>
            <p:ph hasCustomPrompt="1" idx="2" type="title"/>
          </p:nvPr>
        </p:nvSpPr>
        <p:spPr>
          <a:xfrm>
            <a:off x="2783884" y="1399475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1" name="Google Shape;751;p13"/>
          <p:cNvSpPr txBox="1"/>
          <p:nvPr>
            <p:ph idx="3" type="subTitle"/>
          </p:nvPr>
        </p:nvSpPr>
        <p:spPr>
          <a:xfrm>
            <a:off x="4844798" y="2354674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2" name="Google Shape;752;p13"/>
          <p:cNvSpPr txBox="1"/>
          <p:nvPr>
            <p:ph hasCustomPrompt="1" idx="4" type="title"/>
          </p:nvPr>
        </p:nvSpPr>
        <p:spPr>
          <a:xfrm>
            <a:off x="5473725" y="1399425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3" name="Google Shape;753;p13"/>
          <p:cNvSpPr txBox="1"/>
          <p:nvPr>
            <p:ph idx="5" type="subTitle"/>
          </p:nvPr>
        </p:nvSpPr>
        <p:spPr>
          <a:xfrm>
            <a:off x="2154913" y="4037099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4" name="Google Shape;754;p13"/>
          <p:cNvSpPr txBox="1"/>
          <p:nvPr>
            <p:ph hasCustomPrompt="1" idx="6" type="title"/>
          </p:nvPr>
        </p:nvSpPr>
        <p:spPr>
          <a:xfrm>
            <a:off x="2783874" y="3081877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5" name="Google Shape;755;p13"/>
          <p:cNvSpPr txBox="1"/>
          <p:nvPr>
            <p:ph idx="7" type="subTitle"/>
          </p:nvPr>
        </p:nvSpPr>
        <p:spPr>
          <a:xfrm>
            <a:off x="4844775" y="4037101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6" name="Google Shape;756;p13"/>
          <p:cNvSpPr txBox="1"/>
          <p:nvPr>
            <p:ph hasCustomPrompt="1" idx="8" type="title"/>
          </p:nvPr>
        </p:nvSpPr>
        <p:spPr>
          <a:xfrm>
            <a:off x="5473725" y="3081899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7" name="Google Shape;757;p13"/>
          <p:cNvSpPr txBox="1"/>
          <p:nvPr>
            <p:ph idx="9" type="subTitle"/>
          </p:nvPr>
        </p:nvSpPr>
        <p:spPr>
          <a:xfrm>
            <a:off x="2154925" y="1991375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13"/>
          <p:cNvSpPr txBox="1"/>
          <p:nvPr>
            <p:ph idx="13" type="subTitle"/>
          </p:nvPr>
        </p:nvSpPr>
        <p:spPr>
          <a:xfrm>
            <a:off x="4844752" y="1991375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13"/>
          <p:cNvSpPr txBox="1"/>
          <p:nvPr>
            <p:ph idx="14" type="subTitle"/>
          </p:nvPr>
        </p:nvSpPr>
        <p:spPr>
          <a:xfrm>
            <a:off x="2155050" y="3673800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13"/>
          <p:cNvSpPr txBox="1"/>
          <p:nvPr>
            <p:ph idx="15" type="subTitle"/>
          </p:nvPr>
        </p:nvSpPr>
        <p:spPr>
          <a:xfrm>
            <a:off x="4844877" y="3673800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2" name="Google Shape;762;p14"/>
          <p:cNvGrpSpPr/>
          <p:nvPr/>
        </p:nvGrpSpPr>
        <p:grpSpPr>
          <a:xfrm>
            <a:off x="139694" y="157396"/>
            <a:ext cx="1146819" cy="548812"/>
            <a:chOff x="126925" y="511427"/>
            <a:chExt cx="697154" cy="333625"/>
          </a:xfrm>
        </p:grpSpPr>
        <p:sp>
          <p:nvSpPr>
            <p:cNvPr id="763" name="Google Shape;763;p1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14"/>
          <p:cNvGrpSpPr/>
          <p:nvPr/>
        </p:nvGrpSpPr>
        <p:grpSpPr>
          <a:xfrm>
            <a:off x="6925633" y="4490391"/>
            <a:ext cx="297892" cy="415961"/>
            <a:chOff x="4872628" y="1304490"/>
            <a:chExt cx="180147" cy="251548"/>
          </a:xfrm>
        </p:grpSpPr>
        <p:sp>
          <p:nvSpPr>
            <p:cNvPr id="800" name="Google Shape;800;p14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4"/>
          <p:cNvGrpSpPr/>
          <p:nvPr/>
        </p:nvGrpSpPr>
        <p:grpSpPr>
          <a:xfrm>
            <a:off x="139700" y="1024751"/>
            <a:ext cx="271652" cy="377428"/>
            <a:chOff x="6473622" y="258634"/>
            <a:chExt cx="164279" cy="228246"/>
          </a:xfrm>
        </p:grpSpPr>
        <p:sp>
          <p:nvSpPr>
            <p:cNvPr id="803" name="Google Shape;803;p14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14"/>
          <p:cNvGrpSpPr/>
          <p:nvPr/>
        </p:nvGrpSpPr>
        <p:grpSpPr>
          <a:xfrm>
            <a:off x="6366207" y="382851"/>
            <a:ext cx="407031" cy="431553"/>
            <a:chOff x="5639106" y="643680"/>
            <a:chExt cx="246148" cy="260978"/>
          </a:xfrm>
        </p:grpSpPr>
        <p:sp>
          <p:nvSpPr>
            <p:cNvPr id="806" name="Google Shape;806;p14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8" name="Google Shape;808;p14"/>
          <p:cNvSpPr/>
          <p:nvPr/>
        </p:nvSpPr>
        <p:spPr>
          <a:xfrm>
            <a:off x="8629525" y="1570175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14"/>
          <p:cNvGrpSpPr/>
          <p:nvPr/>
        </p:nvGrpSpPr>
        <p:grpSpPr>
          <a:xfrm>
            <a:off x="7062125" y="-972100"/>
            <a:ext cx="1999366" cy="1996853"/>
            <a:chOff x="1261508" y="230234"/>
            <a:chExt cx="842548" cy="841489"/>
          </a:xfrm>
        </p:grpSpPr>
        <p:sp>
          <p:nvSpPr>
            <p:cNvPr id="810" name="Google Shape;810;p1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5" name="Google Shape;815;p14"/>
          <p:cNvGrpSpPr/>
          <p:nvPr/>
        </p:nvGrpSpPr>
        <p:grpSpPr>
          <a:xfrm>
            <a:off x="4733712" y="4220250"/>
            <a:ext cx="1999366" cy="1996853"/>
            <a:chOff x="1261508" y="230234"/>
            <a:chExt cx="842548" cy="841489"/>
          </a:xfrm>
        </p:grpSpPr>
        <p:sp>
          <p:nvSpPr>
            <p:cNvPr id="816" name="Google Shape;816;p1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4"/>
          <p:cNvGrpSpPr/>
          <p:nvPr/>
        </p:nvGrpSpPr>
        <p:grpSpPr>
          <a:xfrm rot="5400000">
            <a:off x="7850594" y="4165171"/>
            <a:ext cx="1146819" cy="548812"/>
            <a:chOff x="126925" y="511427"/>
            <a:chExt cx="697154" cy="333625"/>
          </a:xfrm>
        </p:grpSpPr>
        <p:sp>
          <p:nvSpPr>
            <p:cNvPr id="822" name="Google Shape;822;p1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8" name="Google Shape;858;p14"/>
          <p:cNvSpPr txBox="1"/>
          <p:nvPr>
            <p:ph type="title"/>
          </p:nvPr>
        </p:nvSpPr>
        <p:spPr>
          <a:xfrm>
            <a:off x="720000" y="3479894"/>
            <a:ext cx="4150800" cy="5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9" name="Google Shape;859;p14"/>
          <p:cNvSpPr txBox="1"/>
          <p:nvPr>
            <p:ph idx="1" type="subTitle"/>
          </p:nvPr>
        </p:nvSpPr>
        <p:spPr>
          <a:xfrm>
            <a:off x="720000" y="1024750"/>
            <a:ext cx="4150800" cy="24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5_2_1_1_2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" name="Google Shape;861;p15"/>
          <p:cNvGrpSpPr/>
          <p:nvPr/>
        </p:nvGrpSpPr>
        <p:grpSpPr>
          <a:xfrm>
            <a:off x="1156844" y="4457046"/>
            <a:ext cx="1146819" cy="548812"/>
            <a:chOff x="126925" y="511427"/>
            <a:chExt cx="697154" cy="333625"/>
          </a:xfrm>
        </p:grpSpPr>
        <p:sp>
          <p:nvSpPr>
            <p:cNvPr id="862" name="Google Shape;862;p1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15"/>
          <p:cNvGrpSpPr/>
          <p:nvPr/>
        </p:nvGrpSpPr>
        <p:grpSpPr>
          <a:xfrm>
            <a:off x="1537075" y="-844375"/>
            <a:ext cx="1999366" cy="1996853"/>
            <a:chOff x="1261508" y="230234"/>
            <a:chExt cx="842548" cy="841489"/>
          </a:xfrm>
        </p:grpSpPr>
        <p:sp>
          <p:nvSpPr>
            <p:cNvPr id="899" name="Google Shape;899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4" name="Google Shape;904;p15"/>
          <p:cNvGrpSpPr/>
          <p:nvPr/>
        </p:nvGrpSpPr>
        <p:grpSpPr>
          <a:xfrm>
            <a:off x="6623900" y="4069175"/>
            <a:ext cx="1999366" cy="1996853"/>
            <a:chOff x="1261508" y="230234"/>
            <a:chExt cx="842548" cy="841489"/>
          </a:xfrm>
        </p:grpSpPr>
        <p:sp>
          <p:nvSpPr>
            <p:cNvPr id="905" name="Google Shape;905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0" name="Google Shape;910;p15"/>
          <p:cNvGrpSpPr/>
          <p:nvPr/>
        </p:nvGrpSpPr>
        <p:grpSpPr>
          <a:xfrm>
            <a:off x="394897" y="62731"/>
            <a:ext cx="287314" cy="379145"/>
            <a:chOff x="3216099" y="239444"/>
            <a:chExt cx="173751" cy="229285"/>
          </a:xfrm>
        </p:grpSpPr>
        <p:sp>
          <p:nvSpPr>
            <p:cNvPr id="911" name="Google Shape;911;p1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3" name="Google Shape;913;p15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914" name="Google Shape;914;p1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6" name="Google Shape;916;p15"/>
          <p:cNvGrpSpPr/>
          <p:nvPr/>
        </p:nvGrpSpPr>
        <p:grpSpPr>
          <a:xfrm>
            <a:off x="8817997" y="589000"/>
            <a:ext cx="255228" cy="341001"/>
            <a:chOff x="3216099" y="262511"/>
            <a:chExt cx="154347" cy="206217"/>
          </a:xfrm>
        </p:grpSpPr>
        <p:sp>
          <p:nvSpPr>
            <p:cNvPr id="917" name="Google Shape;917;p15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9" name="Google Shape;919;p15"/>
          <p:cNvSpPr/>
          <p:nvPr/>
        </p:nvSpPr>
        <p:spPr>
          <a:xfrm>
            <a:off x="80552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0" name="Google Shape;920;p15"/>
          <p:cNvGrpSpPr/>
          <p:nvPr/>
        </p:nvGrpSpPr>
        <p:grpSpPr>
          <a:xfrm>
            <a:off x="-1401825" y="2072325"/>
            <a:ext cx="1999366" cy="1996853"/>
            <a:chOff x="1261508" y="230234"/>
            <a:chExt cx="842548" cy="841489"/>
          </a:xfrm>
        </p:grpSpPr>
        <p:sp>
          <p:nvSpPr>
            <p:cNvPr id="921" name="Google Shape;921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6" name="Google Shape;926;p15"/>
          <p:cNvSpPr txBox="1"/>
          <p:nvPr>
            <p:ph type="title"/>
          </p:nvPr>
        </p:nvSpPr>
        <p:spPr>
          <a:xfrm>
            <a:off x="5381550" y="2181150"/>
            <a:ext cx="3042300" cy="77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7" name="Google Shape;927;p15"/>
          <p:cNvSpPr txBox="1"/>
          <p:nvPr>
            <p:ph hasCustomPrompt="1" idx="2" type="title"/>
          </p:nvPr>
        </p:nvSpPr>
        <p:spPr>
          <a:xfrm>
            <a:off x="7174500" y="1216038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28" name="Google Shape;928;p15"/>
          <p:cNvSpPr txBox="1"/>
          <p:nvPr>
            <p:ph idx="1" type="subTitle"/>
          </p:nvPr>
        </p:nvSpPr>
        <p:spPr>
          <a:xfrm>
            <a:off x="5381550" y="3040650"/>
            <a:ext cx="30423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5_2_1_1_1_2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0" name="Google Shape;930;p16"/>
          <p:cNvGrpSpPr/>
          <p:nvPr/>
        </p:nvGrpSpPr>
        <p:grpSpPr>
          <a:xfrm flipH="1">
            <a:off x="6705597" y="265596"/>
            <a:ext cx="1146819" cy="548812"/>
            <a:chOff x="126925" y="511427"/>
            <a:chExt cx="697154" cy="333625"/>
          </a:xfrm>
        </p:grpSpPr>
        <p:sp>
          <p:nvSpPr>
            <p:cNvPr id="931" name="Google Shape;931;p1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6"/>
          <p:cNvSpPr/>
          <p:nvPr/>
        </p:nvSpPr>
        <p:spPr>
          <a:xfrm flipH="1">
            <a:off x="589884" y="2480738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8" name="Google Shape;968;p16"/>
          <p:cNvGrpSpPr/>
          <p:nvPr/>
        </p:nvGrpSpPr>
        <p:grpSpPr>
          <a:xfrm flipH="1">
            <a:off x="310606" y="-799800"/>
            <a:ext cx="1999366" cy="1996853"/>
            <a:chOff x="1261508" y="230234"/>
            <a:chExt cx="842548" cy="841489"/>
          </a:xfrm>
        </p:grpSpPr>
        <p:sp>
          <p:nvSpPr>
            <p:cNvPr id="969" name="Google Shape;969;p1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4" name="Google Shape;974;p16"/>
          <p:cNvGrpSpPr/>
          <p:nvPr/>
        </p:nvGrpSpPr>
        <p:grpSpPr>
          <a:xfrm flipH="1">
            <a:off x="6834019" y="4033225"/>
            <a:ext cx="1999366" cy="1996853"/>
            <a:chOff x="1261508" y="230234"/>
            <a:chExt cx="842548" cy="841489"/>
          </a:xfrm>
        </p:grpSpPr>
        <p:sp>
          <p:nvSpPr>
            <p:cNvPr id="975" name="Google Shape;975;p1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16"/>
          <p:cNvGrpSpPr/>
          <p:nvPr/>
        </p:nvGrpSpPr>
        <p:grpSpPr>
          <a:xfrm flipH="1">
            <a:off x="1291622" y="4328971"/>
            <a:ext cx="1146819" cy="548812"/>
            <a:chOff x="126925" y="511427"/>
            <a:chExt cx="697154" cy="333625"/>
          </a:xfrm>
        </p:grpSpPr>
        <p:sp>
          <p:nvSpPr>
            <p:cNvPr id="981" name="Google Shape;981;p1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7" name="Google Shape;1017;p16"/>
          <p:cNvSpPr txBox="1"/>
          <p:nvPr>
            <p:ph type="title"/>
          </p:nvPr>
        </p:nvSpPr>
        <p:spPr>
          <a:xfrm>
            <a:off x="2787750" y="1740175"/>
            <a:ext cx="3568500" cy="8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8" name="Google Shape;1018;p16"/>
          <p:cNvSpPr txBox="1"/>
          <p:nvPr>
            <p:ph hasCustomPrompt="1" idx="2" type="title"/>
          </p:nvPr>
        </p:nvSpPr>
        <p:spPr>
          <a:xfrm>
            <a:off x="3947250" y="846375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19" name="Google Shape;1019;p16"/>
          <p:cNvSpPr txBox="1"/>
          <p:nvPr>
            <p:ph idx="1" type="subTitle"/>
          </p:nvPr>
        </p:nvSpPr>
        <p:spPr>
          <a:xfrm>
            <a:off x="2262625" y="2649325"/>
            <a:ext cx="46188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2" name="Google Shape;1022;p17"/>
          <p:cNvGrpSpPr/>
          <p:nvPr/>
        </p:nvGrpSpPr>
        <p:grpSpPr>
          <a:xfrm>
            <a:off x="139694" y="4422196"/>
            <a:ext cx="1146819" cy="548812"/>
            <a:chOff x="126925" y="511427"/>
            <a:chExt cx="697154" cy="333625"/>
          </a:xfrm>
        </p:grpSpPr>
        <p:sp>
          <p:nvSpPr>
            <p:cNvPr id="1023" name="Google Shape;1023;p17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7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7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7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7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7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7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7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7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7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7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7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7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7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7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7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7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7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7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7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7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7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7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7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7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7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7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7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7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7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9" name="Google Shape;1059;p17"/>
          <p:cNvGrpSpPr/>
          <p:nvPr/>
        </p:nvGrpSpPr>
        <p:grpSpPr>
          <a:xfrm>
            <a:off x="8680372" y="303481"/>
            <a:ext cx="287314" cy="379145"/>
            <a:chOff x="3216099" y="239444"/>
            <a:chExt cx="173751" cy="229285"/>
          </a:xfrm>
        </p:grpSpPr>
        <p:sp>
          <p:nvSpPr>
            <p:cNvPr id="1060" name="Google Shape;1060;p1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2" name="Google Shape;1062;p17"/>
          <p:cNvGrpSpPr/>
          <p:nvPr/>
        </p:nvGrpSpPr>
        <p:grpSpPr>
          <a:xfrm>
            <a:off x="139707" y="3777576"/>
            <a:ext cx="407031" cy="431553"/>
            <a:chOff x="5639106" y="643680"/>
            <a:chExt cx="246148" cy="260978"/>
          </a:xfrm>
        </p:grpSpPr>
        <p:sp>
          <p:nvSpPr>
            <p:cNvPr id="1063" name="Google Shape;1063;p17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7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5" name="Google Shape;1065;p17"/>
          <p:cNvSpPr/>
          <p:nvPr/>
        </p:nvSpPr>
        <p:spPr>
          <a:xfrm>
            <a:off x="8603572" y="26645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7"/>
          <p:cNvSpPr/>
          <p:nvPr/>
        </p:nvSpPr>
        <p:spPr>
          <a:xfrm>
            <a:off x="457206" y="36566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7" name="Google Shape;1067;p17"/>
          <p:cNvGrpSpPr/>
          <p:nvPr/>
        </p:nvGrpSpPr>
        <p:grpSpPr>
          <a:xfrm>
            <a:off x="-824125" y="-826575"/>
            <a:ext cx="1999366" cy="1996853"/>
            <a:chOff x="1261508" y="230234"/>
            <a:chExt cx="842548" cy="841489"/>
          </a:xfrm>
        </p:grpSpPr>
        <p:sp>
          <p:nvSpPr>
            <p:cNvPr id="1068" name="Google Shape;1068;p1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3" name="Google Shape;1073;p17"/>
          <p:cNvGrpSpPr/>
          <p:nvPr/>
        </p:nvGrpSpPr>
        <p:grpSpPr>
          <a:xfrm>
            <a:off x="7906162" y="4128100"/>
            <a:ext cx="1999366" cy="1996853"/>
            <a:chOff x="1261508" y="230234"/>
            <a:chExt cx="842548" cy="841489"/>
          </a:xfrm>
        </p:grpSpPr>
        <p:sp>
          <p:nvSpPr>
            <p:cNvPr id="1074" name="Google Shape;1074;p1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_1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81" name="Google Shape;1081;p18"/>
          <p:cNvGrpSpPr/>
          <p:nvPr/>
        </p:nvGrpSpPr>
        <p:grpSpPr>
          <a:xfrm>
            <a:off x="139694" y="134546"/>
            <a:ext cx="1146819" cy="548812"/>
            <a:chOff x="126925" y="511427"/>
            <a:chExt cx="697154" cy="333625"/>
          </a:xfrm>
        </p:grpSpPr>
        <p:sp>
          <p:nvSpPr>
            <p:cNvPr id="1082" name="Google Shape;1082;p1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18"/>
          <p:cNvGrpSpPr/>
          <p:nvPr/>
        </p:nvGrpSpPr>
        <p:grpSpPr>
          <a:xfrm>
            <a:off x="225072" y="1407656"/>
            <a:ext cx="287314" cy="379145"/>
            <a:chOff x="3216099" y="239444"/>
            <a:chExt cx="173751" cy="229285"/>
          </a:xfrm>
        </p:grpSpPr>
        <p:sp>
          <p:nvSpPr>
            <p:cNvPr id="1119" name="Google Shape;1119;p18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1" name="Google Shape;1121;p18"/>
          <p:cNvGrpSpPr/>
          <p:nvPr/>
        </p:nvGrpSpPr>
        <p:grpSpPr>
          <a:xfrm>
            <a:off x="8591382" y="4303426"/>
            <a:ext cx="407031" cy="431553"/>
            <a:chOff x="5639106" y="643680"/>
            <a:chExt cx="246148" cy="260978"/>
          </a:xfrm>
        </p:grpSpPr>
        <p:sp>
          <p:nvSpPr>
            <p:cNvPr id="1122" name="Google Shape;1122;p1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4" name="Google Shape;1124;p18"/>
          <p:cNvSpPr/>
          <p:nvPr/>
        </p:nvSpPr>
        <p:spPr>
          <a:xfrm>
            <a:off x="347547" y="17868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8"/>
          <p:cNvSpPr/>
          <p:nvPr/>
        </p:nvSpPr>
        <p:spPr>
          <a:xfrm>
            <a:off x="8800793" y="4121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6" name="Google Shape;1126;p18"/>
          <p:cNvGrpSpPr/>
          <p:nvPr/>
        </p:nvGrpSpPr>
        <p:grpSpPr>
          <a:xfrm>
            <a:off x="7862937" y="-979250"/>
            <a:ext cx="1999366" cy="1996853"/>
            <a:chOff x="1261508" y="230234"/>
            <a:chExt cx="842548" cy="841489"/>
          </a:xfrm>
        </p:grpSpPr>
        <p:sp>
          <p:nvSpPr>
            <p:cNvPr id="1127" name="Google Shape;1127;p1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8"/>
          <p:cNvGrpSpPr/>
          <p:nvPr/>
        </p:nvGrpSpPr>
        <p:grpSpPr>
          <a:xfrm>
            <a:off x="3572325" y="4639550"/>
            <a:ext cx="1999366" cy="1996853"/>
            <a:chOff x="1261508" y="230234"/>
            <a:chExt cx="842548" cy="841489"/>
          </a:xfrm>
        </p:grpSpPr>
        <p:sp>
          <p:nvSpPr>
            <p:cNvPr id="1133" name="Google Shape;1133;p1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8" name="Google Shape;1138;p18"/>
          <p:cNvSpPr/>
          <p:nvPr/>
        </p:nvSpPr>
        <p:spPr>
          <a:xfrm>
            <a:off x="7482493" y="1953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9" name="Google Shape;1139;p18"/>
          <p:cNvGrpSpPr/>
          <p:nvPr/>
        </p:nvGrpSpPr>
        <p:grpSpPr>
          <a:xfrm>
            <a:off x="265347" y="4541306"/>
            <a:ext cx="287314" cy="379145"/>
            <a:chOff x="3216099" y="239444"/>
            <a:chExt cx="173751" cy="229285"/>
          </a:xfrm>
        </p:grpSpPr>
        <p:sp>
          <p:nvSpPr>
            <p:cNvPr id="1140" name="Google Shape;1140;p18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_2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44" name="Google Shape;1144;p19"/>
          <p:cNvGrpSpPr/>
          <p:nvPr/>
        </p:nvGrpSpPr>
        <p:grpSpPr>
          <a:xfrm>
            <a:off x="3998594" y="4603371"/>
            <a:ext cx="1146819" cy="548812"/>
            <a:chOff x="126925" y="511427"/>
            <a:chExt cx="697154" cy="333625"/>
          </a:xfrm>
        </p:grpSpPr>
        <p:sp>
          <p:nvSpPr>
            <p:cNvPr id="1145" name="Google Shape;1145;p1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1" name="Google Shape;1181;p19"/>
          <p:cNvGrpSpPr/>
          <p:nvPr/>
        </p:nvGrpSpPr>
        <p:grpSpPr>
          <a:xfrm>
            <a:off x="246697" y="3664956"/>
            <a:ext cx="287314" cy="379145"/>
            <a:chOff x="3216099" y="239444"/>
            <a:chExt cx="173751" cy="229285"/>
          </a:xfrm>
        </p:grpSpPr>
        <p:sp>
          <p:nvSpPr>
            <p:cNvPr id="1182" name="Google Shape;1182;p19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9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4" name="Google Shape;1184;p19"/>
          <p:cNvGrpSpPr/>
          <p:nvPr/>
        </p:nvGrpSpPr>
        <p:grpSpPr>
          <a:xfrm>
            <a:off x="8517407" y="4662001"/>
            <a:ext cx="407031" cy="431553"/>
            <a:chOff x="5639106" y="643680"/>
            <a:chExt cx="246148" cy="260978"/>
          </a:xfrm>
        </p:grpSpPr>
        <p:sp>
          <p:nvSpPr>
            <p:cNvPr id="1185" name="Google Shape;1185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7" name="Google Shape;1187;p19"/>
          <p:cNvSpPr/>
          <p:nvPr/>
        </p:nvSpPr>
        <p:spPr>
          <a:xfrm>
            <a:off x="533997" y="2282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19"/>
          <p:cNvSpPr/>
          <p:nvPr/>
        </p:nvSpPr>
        <p:spPr>
          <a:xfrm>
            <a:off x="8800806" y="44213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9" name="Google Shape;1189;p19"/>
          <p:cNvGrpSpPr/>
          <p:nvPr/>
        </p:nvGrpSpPr>
        <p:grpSpPr>
          <a:xfrm>
            <a:off x="8072550" y="-1051800"/>
            <a:ext cx="1999366" cy="1996853"/>
            <a:chOff x="1261508" y="230234"/>
            <a:chExt cx="842548" cy="841489"/>
          </a:xfrm>
        </p:grpSpPr>
        <p:sp>
          <p:nvSpPr>
            <p:cNvPr id="1190" name="Google Shape;1190;p1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5" name="Google Shape;1195;p19"/>
          <p:cNvGrpSpPr/>
          <p:nvPr/>
        </p:nvGrpSpPr>
        <p:grpSpPr>
          <a:xfrm>
            <a:off x="-781550" y="4337025"/>
            <a:ext cx="1999366" cy="1996853"/>
            <a:chOff x="1261508" y="230234"/>
            <a:chExt cx="842548" cy="841489"/>
          </a:xfrm>
        </p:grpSpPr>
        <p:sp>
          <p:nvSpPr>
            <p:cNvPr id="1196" name="Google Shape;1196;p1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1" name="Google Shape;1201;p19"/>
          <p:cNvGrpSpPr/>
          <p:nvPr/>
        </p:nvGrpSpPr>
        <p:grpSpPr>
          <a:xfrm>
            <a:off x="186832" y="289301"/>
            <a:ext cx="407031" cy="431553"/>
            <a:chOff x="5639106" y="643680"/>
            <a:chExt cx="246148" cy="260978"/>
          </a:xfrm>
        </p:grpSpPr>
        <p:sp>
          <p:nvSpPr>
            <p:cNvPr id="1202" name="Google Shape;1202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4" name="Google Shape;1204;p19"/>
          <p:cNvGrpSpPr/>
          <p:nvPr/>
        </p:nvGrpSpPr>
        <p:grpSpPr>
          <a:xfrm>
            <a:off x="8644357" y="1017601"/>
            <a:ext cx="280103" cy="642303"/>
            <a:chOff x="5639106" y="643680"/>
            <a:chExt cx="169390" cy="388427"/>
          </a:xfrm>
        </p:grpSpPr>
        <p:sp>
          <p:nvSpPr>
            <p:cNvPr id="1205" name="Google Shape;1205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9"/>
            <p:cNvSpPr/>
            <p:nvPr/>
          </p:nvSpPr>
          <p:spPr>
            <a:xfrm>
              <a:off x="5733964" y="923362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_2_1"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2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09" name="Google Shape;1209;p20"/>
          <p:cNvGrpSpPr/>
          <p:nvPr/>
        </p:nvGrpSpPr>
        <p:grpSpPr>
          <a:xfrm>
            <a:off x="139694" y="123458"/>
            <a:ext cx="1146819" cy="548812"/>
            <a:chOff x="126925" y="511427"/>
            <a:chExt cx="697154" cy="333625"/>
          </a:xfrm>
        </p:grpSpPr>
        <p:sp>
          <p:nvSpPr>
            <p:cNvPr id="1210" name="Google Shape;1210;p2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6" name="Google Shape;1246;p20"/>
          <p:cNvGrpSpPr/>
          <p:nvPr/>
        </p:nvGrpSpPr>
        <p:grpSpPr>
          <a:xfrm>
            <a:off x="7580147" y="4764356"/>
            <a:ext cx="287314" cy="379145"/>
            <a:chOff x="3216099" y="239444"/>
            <a:chExt cx="173751" cy="229285"/>
          </a:xfrm>
        </p:grpSpPr>
        <p:sp>
          <p:nvSpPr>
            <p:cNvPr id="1247" name="Google Shape;1247;p20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0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9" name="Google Shape;1249;p20"/>
          <p:cNvGrpSpPr/>
          <p:nvPr/>
        </p:nvGrpSpPr>
        <p:grpSpPr>
          <a:xfrm>
            <a:off x="8561107" y="1364301"/>
            <a:ext cx="407031" cy="431553"/>
            <a:chOff x="5639106" y="643680"/>
            <a:chExt cx="246148" cy="260978"/>
          </a:xfrm>
        </p:grpSpPr>
        <p:sp>
          <p:nvSpPr>
            <p:cNvPr id="1250" name="Google Shape;1250;p2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2" name="Google Shape;1252;p20"/>
          <p:cNvSpPr/>
          <p:nvPr/>
        </p:nvSpPr>
        <p:spPr>
          <a:xfrm>
            <a:off x="2194172" y="1993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20"/>
          <p:cNvSpPr/>
          <p:nvPr/>
        </p:nvSpPr>
        <p:spPr>
          <a:xfrm>
            <a:off x="8878606" y="13298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4" name="Google Shape;1254;p20"/>
          <p:cNvGrpSpPr/>
          <p:nvPr/>
        </p:nvGrpSpPr>
        <p:grpSpPr>
          <a:xfrm>
            <a:off x="6384137" y="-1491225"/>
            <a:ext cx="1999366" cy="1996853"/>
            <a:chOff x="1261508" y="230234"/>
            <a:chExt cx="842548" cy="841489"/>
          </a:xfrm>
        </p:grpSpPr>
        <p:sp>
          <p:nvSpPr>
            <p:cNvPr id="1255" name="Google Shape;1255;p2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0" name="Google Shape;1260;p20"/>
          <p:cNvGrpSpPr/>
          <p:nvPr/>
        </p:nvGrpSpPr>
        <p:grpSpPr>
          <a:xfrm>
            <a:off x="760487" y="4646775"/>
            <a:ext cx="1999366" cy="1996853"/>
            <a:chOff x="1261508" y="230234"/>
            <a:chExt cx="842548" cy="841489"/>
          </a:xfrm>
        </p:grpSpPr>
        <p:sp>
          <p:nvSpPr>
            <p:cNvPr id="1261" name="Google Shape;1261;p2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6" name="Google Shape;1266;p20"/>
          <p:cNvGrpSpPr/>
          <p:nvPr/>
        </p:nvGrpSpPr>
        <p:grpSpPr>
          <a:xfrm rot="5400000">
            <a:off x="8208269" y="2297346"/>
            <a:ext cx="1146819" cy="548812"/>
            <a:chOff x="126925" y="511427"/>
            <a:chExt cx="697154" cy="333625"/>
          </a:xfrm>
        </p:grpSpPr>
        <p:sp>
          <p:nvSpPr>
            <p:cNvPr id="1267" name="Google Shape;1267;p2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3" name="Google Shape;1303;p20"/>
          <p:cNvGrpSpPr/>
          <p:nvPr/>
        </p:nvGrpSpPr>
        <p:grpSpPr>
          <a:xfrm>
            <a:off x="193707" y="4548401"/>
            <a:ext cx="407031" cy="431553"/>
            <a:chOff x="5639106" y="643680"/>
            <a:chExt cx="246148" cy="260978"/>
          </a:xfrm>
        </p:grpSpPr>
        <p:sp>
          <p:nvSpPr>
            <p:cNvPr id="1304" name="Google Shape;1304;p2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6" name="Google Shape;1306;p20"/>
          <p:cNvSpPr/>
          <p:nvPr/>
        </p:nvSpPr>
        <p:spPr>
          <a:xfrm>
            <a:off x="511206" y="4513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20"/>
          <p:cNvSpPr/>
          <p:nvPr/>
        </p:nvSpPr>
        <p:spPr>
          <a:xfrm>
            <a:off x="8634372" y="394535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9" name="Google Shape;1309;p21"/>
          <p:cNvGrpSpPr/>
          <p:nvPr/>
        </p:nvGrpSpPr>
        <p:grpSpPr>
          <a:xfrm>
            <a:off x="7403019" y="4389208"/>
            <a:ext cx="1146819" cy="548812"/>
            <a:chOff x="126925" y="511427"/>
            <a:chExt cx="697154" cy="333625"/>
          </a:xfrm>
        </p:grpSpPr>
        <p:sp>
          <p:nvSpPr>
            <p:cNvPr id="1310" name="Google Shape;1310;p2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6" name="Google Shape;1346;p21"/>
          <p:cNvGrpSpPr/>
          <p:nvPr/>
        </p:nvGrpSpPr>
        <p:grpSpPr>
          <a:xfrm>
            <a:off x="425797" y="350431"/>
            <a:ext cx="287314" cy="379145"/>
            <a:chOff x="3216099" y="239444"/>
            <a:chExt cx="173751" cy="229285"/>
          </a:xfrm>
        </p:grpSpPr>
        <p:sp>
          <p:nvSpPr>
            <p:cNvPr id="1347" name="Google Shape;1347;p2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9" name="Google Shape;1349;p21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0" name="Google Shape;1350;p21"/>
          <p:cNvGrpSpPr/>
          <p:nvPr/>
        </p:nvGrpSpPr>
        <p:grpSpPr>
          <a:xfrm>
            <a:off x="2849275" y="-684550"/>
            <a:ext cx="1999366" cy="1996853"/>
            <a:chOff x="1261508" y="230234"/>
            <a:chExt cx="842548" cy="841489"/>
          </a:xfrm>
        </p:grpSpPr>
        <p:sp>
          <p:nvSpPr>
            <p:cNvPr id="1351" name="Google Shape;1351;p2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6" name="Google Shape;1356;p21"/>
          <p:cNvGrpSpPr/>
          <p:nvPr/>
        </p:nvGrpSpPr>
        <p:grpSpPr>
          <a:xfrm>
            <a:off x="-716375" y="3982725"/>
            <a:ext cx="1999366" cy="1996853"/>
            <a:chOff x="1261508" y="230234"/>
            <a:chExt cx="842548" cy="841489"/>
          </a:xfrm>
        </p:grpSpPr>
        <p:sp>
          <p:nvSpPr>
            <p:cNvPr id="1357" name="Google Shape;1357;p2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2" name="Google Shape;1362;p21"/>
          <p:cNvGrpSpPr/>
          <p:nvPr/>
        </p:nvGrpSpPr>
        <p:grpSpPr>
          <a:xfrm>
            <a:off x="7772907" y="223101"/>
            <a:ext cx="407031" cy="431553"/>
            <a:chOff x="5639106" y="643680"/>
            <a:chExt cx="246148" cy="260978"/>
          </a:xfrm>
        </p:grpSpPr>
        <p:sp>
          <p:nvSpPr>
            <p:cNvPr id="1363" name="Google Shape;1363;p2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5" name="Google Shape;1365;p21"/>
          <p:cNvGrpSpPr/>
          <p:nvPr/>
        </p:nvGrpSpPr>
        <p:grpSpPr>
          <a:xfrm>
            <a:off x="8797272" y="3798656"/>
            <a:ext cx="287314" cy="379145"/>
            <a:chOff x="3216099" y="239444"/>
            <a:chExt cx="173751" cy="229285"/>
          </a:xfrm>
        </p:grpSpPr>
        <p:sp>
          <p:nvSpPr>
            <p:cNvPr id="1366" name="Google Shape;1366;p2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8" name="Google Shape;1368;p21"/>
          <p:cNvSpPr txBox="1"/>
          <p:nvPr>
            <p:ph type="title"/>
          </p:nvPr>
        </p:nvSpPr>
        <p:spPr>
          <a:xfrm>
            <a:off x="713100" y="1922550"/>
            <a:ext cx="3799200" cy="59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9" name="Google Shape;1369;p21"/>
          <p:cNvSpPr txBox="1"/>
          <p:nvPr>
            <p:ph idx="1" type="subTitle"/>
          </p:nvPr>
        </p:nvSpPr>
        <p:spPr>
          <a:xfrm>
            <a:off x="713100" y="2479581"/>
            <a:ext cx="3799200" cy="7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1" name="Google Shape;1371;p22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1372" name="Google Shape;1372;p2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8" name="Google Shape;1408;p22"/>
          <p:cNvGrpSpPr/>
          <p:nvPr/>
        </p:nvGrpSpPr>
        <p:grpSpPr>
          <a:xfrm>
            <a:off x="1926437" y="-880450"/>
            <a:ext cx="1999366" cy="1996853"/>
            <a:chOff x="1261508" y="230234"/>
            <a:chExt cx="842548" cy="841489"/>
          </a:xfrm>
        </p:grpSpPr>
        <p:sp>
          <p:nvSpPr>
            <p:cNvPr id="1409" name="Google Shape;1409;p2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4" name="Google Shape;1414;p22"/>
          <p:cNvGrpSpPr/>
          <p:nvPr/>
        </p:nvGrpSpPr>
        <p:grpSpPr>
          <a:xfrm>
            <a:off x="7944050" y="4076375"/>
            <a:ext cx="1999366" cy="1996853"/>
            <a:chOff x="1261508" y="230234"/>
            <a:chExt cx="842548" cy="841489"/>
          </a:xfrm>
        </p:grpSpPr>
        <p:sp>
          <p:nvSpPr>
            <p:cNvPr id="1415" name="Google Shape;1415;p2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0" name="Google Shape;1420;p22"/>
          <p:cNvGrpSpPr/>
          <p:nvPr/>
        </p:nvGrpSpPr>
        <p:grpSpPr>
          <a:xfrm>
            <a:off x="8643260" y="367731"/>
            <a:ext cx="287314" cy="379145"/>
            <a:chOff x="3216099" y="239444"/>
            <a:chExt cx="173751" cy="229285"/>
          </a:xfrm>
        </p:grpSpPr>
        <p:sp>
          <p:nvSpPr>
            <p:cNvPr id="1421" name="Google Shape;1421;p2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3" name="Google Shape;1423;p22"/>
          <p:cNvGrpSpPr/>
          <p:nvPr/>
        </p:nvGrpSpPr>
        <p:grpSpPr>
          <a:xfrm>
            <a:off x="331897" y="350431"/>
            <a:ext cx="287314" cy="379145"/>
            <a:chOff x="3216099" y="239444"/>
            <a:chExt cx="173751" cy="229285"/>
          </a:xfrm>
        </p:grpSpPr>
        <p:sp>
          <p:nvSpPr>
            <p:cNvPr id="1424" name="Google Shape;1424;p2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6" name="Google Shape;1426;p22"/>
          <p:cNvSpPr/>
          <p:nvPr/>
        </p:nvSpPr>
        <p:spPr>
          <a:xfrm>
            <a:off x="8459472" y="273773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2"/>
          <p:cNvSpPr txBox="1"/>
          <p:nvPr>
            <p:ph type="title"/>
          </p:nvPr>
        </p:nvSpPr>
        <p:spPr>
          <a:xfrm>
            <a:off x="1600575" y="1778650"/>
            <a:ext cx="2651100" cy="6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8" name="Google Shape;1428;p22"/>
          <p:cNvSpPr txBox="1"/>
          <p:nvPr>
            <p:ph idx="1" type="subTitle"/>
          </p:nvPr>
        </p:nvSpPr>
        <p:spPr>
          <a:xfrm>
            <a:off x="1600475" y="2397706"/>
            <a:ext cx="2651100" cy="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_1_1"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0" name="Google Shape;1430;p23"/>
          <p:cNvGrpSpPr/>
          <p:nvPr/>
        </p:nvGrpSpPr>
        <p:grpSpPr>
          <a:xfrm rot="5400000">
            <a:off x="7850594" y="3192121"/>
            <a:ext cx="1146819" cy="548812"/>
            <a:chOff x="126925" y="511427"/>
            <a:chExt cx="697154" cy="333625"/>
          </a:xfrm>
        </p:grpSpPr>
        <p:sp>
          <p:nvSpPr>
            <p:cNvPr id="1431" name="Google Shape;1431;p2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7" name="Google Shape;1467;p23"/>
          <p:cNvGrpSpPr/>
          <p:nvPr/>
        </p:nvGrpSpPr>
        <p:grpSpPr>
          <a:xfrm>
            <a:off x="142497" y="160856"/>
            <a:ext cx="287314" cy="379145"/>
            <a:chOff x="3216099" y="239444"/>
            <a:chExt cx="173751" cy="229285"/>
          </a:xfrm>
        </p:grpSpPr>
        <p:sp>
          <p:nvSpPr>
            <p:cNvPr id="1468" name="Google Shape;1468;p23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0" name="Google Shape;1470;p23"/>
          <p:cNvGrpSpPr/>
          <p:nvPr/>
        </p:nvGrpSpPr>
        <p:grpSpPr>
          <a:xfrm>
            <a:off x="2777132" y="4296589"/>
            <a:ext cx="407031" cy="431553"/>
            <a:chOff x="5639106" y="643680"/>
            <a:chExt cx="246148" cy="260978"/>
          </a:xfrm>
        </p:grpSpPr>
        <p:sp>
          <p:nvSpPr>
            <p:cNvPr id="1471" name="Google Shape;1471;p23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3" name="Google Shape;1473;p23"/>
          <p:cNvSpPr/>
          <p:nvPr/>
        </p:nvSpPr>
        <p:spPr>
          <a:xfrm>
            <a:off x="350347" y="9444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4" name="Google Shape;1474;p23"/>
          <p:cNvGrpSpPr/>
          <p:nvPr/>
        </p:nvGrpSpPr>
        <p:grpSpPr>
          <a:xfrm>
            <a:off x="4504450" y="-778150"/>
            <a:ext cx="1999366" cy="1996853"/>
            <a:chOff x="1261508" y="230234"/>
            <a:chExt cx="842548" cy="841489"/>
          </a:xfrm>
        </p:grpSpPr>
        <p:sp>
          <p:nvSpPr>
            <p:cNvPr id="1475" name="Google Shape;1475;p2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23"/>
          <p:cNvGrpSpPr/>
          <p:nvPr/>
        </p:nvGrpSpPr>
        <p:grpSpPr>
          <a:xfrm>
            <a:off x="473925" y="4083725"/>
            <a:ext cx="1999366" cy="1996853"/>
            <a:chOff x="1261508" y="230234"/>
            <a:chExt cx="842548" cy="841489"/>
          </a:xfrm>
        </p:grpSpPr>
        <p:sp>
          <p:nvSpPr>
            <p:cNvPr id="1481" name="Google Shape;1481;p2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6" name="Google Shape;1486;p23"/>
          <p:cNvGrpSpPr/>
          <p:nvPr/>
        </p:nvGrpSpPr>
        <p:grpSpPr>
          <a:xfrm>
            <a:off x="8378857" y="381826"/>
            <a:ext cx="407031" cy="431553"/>
            <a:chOff x="5639106" y="643680"/>
            <a:chExt cx="246148" cy="260978"/>
          </a:xfrm>
        </p:grpSpPr>
        <p:sp>
          <p:nvSpPr>
            <p:cNvPr id="1487" name="Google Shape;1487;p23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9" name="Google Shape;1489;p23"/>
          <p:cNvGrpSpPr/>
          <p:nvPr/>
        </p:nvGrpSpPr>
        <p:grpSpPr>
          <a:xfrm>
            <a:off x="6682098" y="160849"/>
            <a:ext cx="339840" cy="351680"/>
            <a:chOff x="5679740" y="691983"/>
            <a:chExt cx="205515" cy="212676"/>
          </a:xfrm>
        </p:grpSpPr>
        <p:sp>
          <p:nvSpPr>
            <p:cNvPr id="1490" name="Google Shape;1490;p23"/>
            <p:cNvSpPr/>
            <p:nvPr/>
          </p:nvSpPr>
          <p:spPr>
            <a:xfrm>
              <a:off x="5679740" y="691983"/>
              <a:ext cx="88126" cy="104777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2" name="Google Shape;1492;p23"/>
          <p:cNvSpPr txBox="1"/>
          <p:nvPr>
            <p:ph type="title"/>
          </p:nvPr>
        </p:nvSpPr>
        <p:spPr>
          <a:xfrm>
            <a:off x="4959550" y="1810738"/>
            <a:ext cx="2500800" cy="63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3" name="Google Shape;1493;p23"/>
          <p:cNvSpPr txBox="1"/>
          <p:nvPr>
            <p:ph idx="1" type="subTitle"/>
          </p:nvPr>
        </p:nvSpPr>
        <p:spPr>
          <a:xfrm>
            <a:off x="4959550" y="2406418"/>
            <a:ext cx="2500800" cy="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5" name="Google Shape;1495;p24"/>
          <p:cNvGrpSpPr/>
          <p:nvPr/>
        </p:nvGrpSpPr>
        <p:grpSpPr>
          <a:xfrm>
            <a:off x="139694" y="359571"/>
            <a:ext cx="1146819" cy="548812"/>
            <a:chOff x="126925" y="511427"/>
            <a:chExt cx="697154" cy="333625"/>
          </a:xfrm>
        </p:grpSpPr>
        <p:sp>
          <p:nvSpPr>
            <p:cNvPr id="1496" name="Google Shape;1496;p2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2" name="Google Shape;1532;p24"/>
          <p:cNvGrpSpPr/>
          <p:nvPr/>
        </p:nvGrpSpPr>
        <p:grpSpPr>
          <a:xfrm>
            <a:off x="7849225" y="-844375"/>
            <a:ext cx="1999366" cy="1996853"/>
            <a:chOff x="1261508" y="230234"/>
            <a:chExt cx="842548" cy="841489"/>
          </a:xfrm>
        </p:grpSpPr>
        <p:sp>
          <p:nvSpPr>
            <p:cNvPr id="1533" name="Google Shape;1533;p2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8" name="Google Shape;1538;p24"/>
          <p:cNvGrpSpPr/>
          <p:nvPr/>
        </p:nvGrpSpPr>
        <p:grpSpPr>
          <a:xfrm>
            <a:off x="1033125" y="4069175"/>
            <a:ext cx="1999366" cy="1996853"/>
            <a:chOff x="1261508" y="230234"/>
            <a:chExt cx="842548" cy="841489"/>
          </a:xfrm>
        </p:grpSpPr>
        <p:sp>
          <p:nvSpPr>
            <p:cNvPr id="1539" name="Google Shape;1539;p2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4" name="Google Shape;1544;p24"/>
          <p:cNvGrpSpPr/>
          <p:nvPr/>
        </p:nvGrpSpPr>
        <p:grpSpPr>
          <a:xfrm>
            <a:off x="6707047" y="62731"/>
            <a:ext cx="287314" cy="379145"/>
            <a:chOff x="3216099" y="239444"/>
            <a:chExt cx="173751" cy="229285"/>
          </a:xfrm>
        </p:grpSpPr>
        <p:sp>
          <p:nvSpPr>
            <p:cNvPr id="1545" name="Google Shape;1545;p2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7" name="Google Shape;1547;p24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1548" name="Google Shape;1548;p2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24"/>
          <p:cNvGrpSpPr/>
          <p:nvPr/>
        </p:nvGrpSpPr>
        <p:grpSpPr>
          <a:xfrm>
            <a:off x="8659297" y="1462375"/>
            <a:ext cx="255228" cy="341001"/>
            <a:chOff x="3216099" y="262511"/>
            <a:chExt cx="154347" cy="206217"/>
          </a:xfrm>
        </p:grpSpPr>
        <p:sp>
          <p:nvSpPr>
            <p:cNvPr id="1551" name="Google Shape;1551;p24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3" name="Google Shape;1553;p24"/>
          <p:cNvSpPr/>
          <p:nvPr/>
        </p:nvSpPr>
        <p:spPr>
          <a:xfrm>
            <a:off x="711767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4" name="Google Shape;1554;p24"/>
          <p:cNvGrpSpPr/>
          <p:nvPr/>
        </p:nvGrpSpPr>
        <p:grpSpPr>
          <a:xfrm rot="5400000">
            <a:off x="8124994" y="4016346"/>
            <a:ext cx="1146819" cy="548812"/>
            <a:chOff x="126925" y="511427"/>
            <a:chExt cx="697154" cy="333625"/>
          </a:xfrm>
        </p:grpSpPr>
        <p:sp>
          <p:nvSpPr>
            <p:cNvPr id="1555" name="Google Shape;1555;p2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1" name="Google Shape;1591;p24"/>
          <p:cNvSpPr txBox="1"/>
          <p:nvPr>
            <p:ph type="title"/>
          </p:nvPr>
        </p:nvSpPr>
        <p:spPr>
          <a:xfrm>
            <a:off x="1117450" y="1198913"/>
            <a:ext cx="3115500" cy="181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92" name="Google Shape;1592;p24"/>
          <p:cNvSpPr txBox="1"/>
          <p:nvPr>
            <p:ph idx="1" type="subTitle"/>
          </p:nvPr>
        </p:nvSpPr>
        <p:spPr>
          <a:xfrm>
            <a:off x="1117450" y="2960276"/>
            <a:ext cx="31155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93" name="Google Shape;1593;p24"/>
          <p:cNvSpPr/>
          <p:nvPr>
            <p:ph idx="2" type="pic"/>
          </p:nvPr>
        </p:nvSpPr>
        <p:spPr>
          <a:xfrm>
            <a:off x="4991225" y="1011600"/>
            <a:ext cx="3115500" cy="3120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2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6" name="Google Shape;1596;p25"/>
          <p:cNvSpPr txBox="1"/>
          <p:nvPr>
            <p:ph idx="1" type="body"/>
          </p:nvPr>
        </p:nvSpPr>
        <p:spPr>
          <a:xfrm>
            <a:off x="720000" y="1152475"/>
            <a:ext cx="77040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ivvic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/>
        </p:txBody>
      </p:sp>
      <p:grpSp>
        <p:nvGrpSpPr>
          <p:cNvPr id="1597" name="Google Shape;1597;p25"/>
          <p:cNvGrpSpPr/>
          <p:nvPr/>
        </p:nvGrpSpPr>
        <p:grpSpPr>
          <a:xfrm>
            <a:off x="7890969" y="97858"/>
            <a:ext cx="1146819" cy="548812"/>
            <a:chOff x="126925" y="511427"/>
            <a:chExt cx="697154" cy="333625"/>
          </a:xfrm>
        </p:grpSpPr>
        <p:sp>
          <p:nvSpPr>
            <p:cNvPr id="1598" name="Google Shape;1598;p2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4" name="Google Shape;1634;p25"/>
          <p:cNvGrpSpPr/>
          <p:nvPr/>
        </p:nvGrpSpPr>
        <p:grpSpPr>
          <a:xfrm>
            <a:off x="-975400" y="-1060500"/>
            <a:ext cx="1999366" cy="1996853"/>
            <a:chOff x="1261508" y="230234"/>
            <a:chExt cx="842548" cy="841489"/>
          </a:xfrm>
        </p:grpSpPr>
        <p:sp>
          <p:nvSpPr>
            <p:cNvPr id="1635" name="Google Shape;1635;p2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0" name="Google Shape;1640;p25"/>
          <p:cNvGrpSpPr/>
          <p:nvPr/>
        </p:nvGrpSpPr>
        <p:grpSpPr>
          <a:xfrm>
            <a:off x="3572312" y="4710325"/>
            <a:ext cx="1999366" cy="1996853"/>
            <a:chOff x="1261508" y="230234"/>
            <a:chExt cx="842548" cy="841489"/>
          </a:xfrm>
        </p:grpSpPr>
        <p:sp>
          <p:nvSpPr>
            <p:cNvPr id="1641" name="Google Shape;1641;p2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6" name="Google Shape;1646;p25"/>
          <p:cNvGrpSpPr/>
          <p:nvPr/>
        </p:nvGrpSpPr>
        <p:grpSpPr>
          <a:xfrm>
            <a:off x="8423997" y="4331181"/>
            <a:ext cx="287314" cy="379145"/>
            <a:chOff x="3216099" y="239444"/>
            <a:chExt cx="173751" cy="229285"/>
          </a:xfrm>
        </p:grpSpPr>
        <p:sp>
          <p:nvSpPr>
            <p:cNvPr id="1647" name="Google Shape;1647;p2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9" name="Google Shape;1649;p25"/>
          <p:cNvGrpSpPr/>
          <p:nvPr/>
        </p:nvGrpSpPr>
        <p:grpSpPr>
          <a:xfrm>
            <a:off x="274097" y="3318831"/>
            <a:ext cx="287314" cy="379145"/>
            <a:chOff x="3216099" y="239444"/>
            <a:chExt cx="173751" cy="229285"/>
          </a:xfrm>
        </p:grpSpPr>
        <p:sp>
          <p:nvSpPr>
            <p:cNvPr id="1650" name="Google Shape;1650;p2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2" name="Google Shape;1652;p25"/>
          <p:cNvGrpSpPr/>
          <p:nvPr/>
        </p:nvGrpSpPr>
        <p:grpSpPr>
          <a:xfrm>
            <a:off x="6894372" y="64125"/>
            <a:ext cx="255228" cy="341001"/>
            <a:chOff x="3216099" y="262511"/>
            <a:chExt cx="154347" cy="206217"/>
          </a:xfrm>
        </p:grpSpPr>
        <p:sp>
          <p:nvSpPr>
            <p:cNvPr id="1653" name="Google Shape;1653;p25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5" name="Google Shape;1655;p25"/>
          <p:cNvSpPr/>
          <p:nvPr/>
        </p:nvSpPr>
        <p:spPr>
          <a:xfrm>
            <a:off x="8622047" y="46825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2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8" name="Google Shape;1658;p26"/>
          <p:cNvSpPr txBox="1"/>
          <p:nvPr>
            <p:ph idx="1" type="subTitle"/>
          </p:nvPr>
        </p:nvSpPr>
        <p:spPr>
          <a:xfrm>
            <a:off x="1857600" y="3906483"/>
            <a:ext cx="24897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59" name="Google Shape;1659;p26"/>
          <p:cNvSpPr txBox="1"/>
          <p:nvPr>
            <p:ph idx="2" type="subTitle"/>
          </p:nvPr>
        </p:nvSpPr>
        <p:spPr>
          <a:xfrm>
            <a:off x="4796728" y="3906483"/>
            <a:ext cx="24897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60" name="Google Shape;1660;p26"/>
          <p:cNvSpPr txBox="1"/>
          <p:nvPr>
            <p:ph idx="3" type="subTitle"/>
          </p:nvPr>
        </p:nvSpPr>
        <p:spPr>
          <a:xfrm>
            <a:off x="1857588" y="3504000"/>
            <a:ext cx="2489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1" name="Google Shape;1661;p26"/>
          <p:cNvSpPr txBox="1"/>
          <p:nvPr>
            <p:ph idx="4" type="subTitle"/>
          </p:nvPr>
        </p:nvSpPr>
        <p:spPr>
          <a:xfrm>
            <a:off x="4796720" y="3504000"/>
            <a:ext cx="2489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62" name="Google Shape;1662;p26"/>
          <p:cNvGrpSpPr/>
          <p:nvPr/>
        </p:nvGrpSpPr>
        <p:grpSpPr>
          <a:xfrm>
            <a:off x="7615119" y="4454096"/>
            <a:ext cx="1146819" cy="548812"/>
            <a:chOff x="126925" y="511427"/>
            <a:chExt cx="697154" cy="333625"/>
          </a:xfrm>
        </p:grpSpPr>
        <p:sp>
          <p:nvSpPr>
            <p:cNvPr id="1663" name="Google Shape;1663;p2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2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9" name="Google Shape;1699;p26"/>
          <p:cNvGrpSpPr/>
          <p:nvPr/>
        </p:nvGrpSpPr>
        <p:grpSpPr>
          <a:xfrm>
            <a:off x="-747725" y="-696475"/>
            <a:ext cx="1999366" cy="1996853"/>
            <a:chOff x="1261508" y="230234"/>
            <a:chExt cx="842548" cy="841489"/>
          </a:xfrm>
        </p:grpSpPr>
        <p:sp>
          <p:nvSpPr>
            <p:cNvPr id="1700" name="Google Shape;1700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5" name="Google Shape;1705;p26"/>
          <p:cNvGrpSpPr/>
          <p:nvPr/>
        </p:nvGrpSpPr>
        <p:grpSpPr>
          <a:xfrm>
            <a:off x="371275" y="4603375"/>
            <a:ext cx="1999366" cy="1996853"/>
            <a:chOff x="1261508" y="230234"/>
            <a:chExt cx="842548" cy="841489"/>
          </a:xfrm>
        </p:grpSpPr>
        <p:sp>
          <p:nvSpPr>
            <p:cNvPr id="1706" name="Google Shape;1706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1" name="Google Shape;1711;p26"/>
          <p:cNvGrpSpPr/>
          <p:nvPr/>
        </p:nvGrpSpPr>
        <p:grpSpPr>
          <a:xfrm rot="5400000">
            <a:off x="139694" y="1780696"/>
            <a:ext cx="1146819" cy="548812"/>
            <a:chOff x="126925" y="511427"/>
            <a:chExt cx="697154" cy="333625"/>
          </a:xfrm>
        </p:grpSpPr>
        <p:sp>
          <p:nvSpPr>
            <p:cNvPr id="1712" name="Google Shape;1712;p2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8" name="Google Shape;1748;p26"/>
          <p:cNvGrpSpPr/>
          <p:nvPr/>
        </p:nvGrpSpPr>
        <p:grpSpPr>
          <a:xfrm>
            <a:off x="8215725" y="2106475"/>
            <a:ext cx="1999366" cy="1996853"/>
            <a:chOff x="1261508" y="230234"/>
            <a:chExt cx="842548" cy="841489"/>
          </a:xfrm>
        </p:grpSpPr>
        <p:sp>
          <p:nvSpPr>
            <p:cNvPr id="1749" name="Google Shape;1749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1_1"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5" name="Google Shape;1755;p27"/>
          <p:cNvGrpSpPr/>
          <p:nvPr/>
        </p:nvGrpSpPr>
        <p:grpSpPr>
          <a:xfrm>
            <a:off x="1424222" y="246181"/>
            <a:ext cx="287314" cy="379145"/>
            <a:chOff x="3216099" y="239444"/>
            <a:chExt cx="173751" cy="229285"/>
          </a:xfrm>
        </p:grpSpPr>
        <p:sp>
          <p:nvSpPr>
            <p:cNvPr id="1756" name="Google Shape;1756;p2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8" name="Google Shape;1758;p27"/>
          <p:cNvGrpSpPr/>
          <p:nvPr/>
        </p:nvGrpSpPr>
        <p:grpSpPr>
          <a:xfrm flipH="1">
            <a:off x="-954450" y="-803850"/>
            <a:ext cx="1999366" cy="1996853"/>
            <a:chOff x="1261508" y="230234"/>
            <a:chExt cx="842548" cy="841489"/>
          </a:xfrm>
        </p:grpSpPr>
        <p:sp>
          <p:nvSpPr>
            <p:cNvPr id="1759" name="Google Shape;1759;p2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4" name="Google Shape;1764;p27"/>
          <p:cNvGrpSpPr/>
          <p:nvPr/>
        </p:nvGrpSpPr>
        <p:grpSpPr>
          <a:xfrm flipH="1">
            <a:off x="7947025" y="3978225"/>
            <a:ext cx="1999366" cy="1996853"/>
            <a:chOff x="1261508" y="230234"/>
            <a:chExt cx="842548" cy="841489"/>
          </a:xfrm>
        </p:grpSpPr>
        <p:sp>
          <p:nvSpPr>
            <p:cNvPr id="1765" name="Google Shape;1765;p2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0" name="Google Shape;1770;p2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1" name="Google Shape;1771;p27"/>
          <p:cNvSpPr txBox="1"/>
          <p:nvPr>
            <p:ph idx="1" type="subTitle"/>
          </p:nvPr>
        </p:nvSpPr>
        <p:spPr>
          <a:xfrm>
            <a:off x="720000" y="1570175"/>
            <a:ext cx="3702600" cy="23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72" name="Google Shape;1772;p27"/>
          <p:cNvSpPr txBox="1"/>
          <p:nvPr>
            <p:ph idx="2" type="subTitle"/>
          </p:nvPr>
        </p:nvSpPr>
        <p:spPr>
          <a:xfrm>
            <a:off x="4721388" y="1570175"/>
            <a:ext cx="3702600" cy="23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7_2"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4" name="Google Shape;1774;p28"/>
          <p:cNvGrpSpPr/>
          <p:nvPr/>
        </p:nvGrpSpPr>
        <p:grpSpPr>
          <a:xfrm>
            <a:off x="139694" y="265596"/>
            <a:ext cx="1146819" cy="548812"/>
            <a:chOff x="126925" y="511427"/>
            <a:chExt cx="697154" cy="333625"/>
          </a:xfrm>
        </p:grpSpPr>
        <p:sp>
          <p:nvSpPr>
            <p:cNvPr id="1775" name="Google Shape;1775;p2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1" name="Google Shape;1811;p28"/>
          <p:cNvGrpSpPr/>
          <p:nvPr/>
        </p:nvGrpSpPr>
        <p:grpSpPr>
          <a:xfrm>
            <a:off x="519708" y="4187416"/>
            <a:ext cx="297892" cy="415961"/>
            <a:chOff x="4872628" y="1304490"/>
            <a:chExt cx="180147" cy="251548"/>
          </a:xfrm>
        </p:grpSpPr>
        <p:sp>
          <p:nvSpPr>
            <p:cNvPr id="1812" name="Google Shape;1812;p28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8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4" name="Google Shape;1814;p28"/>
          <p:cNvGrpSpPr/>
          <p:nvPr/>
        </p:nvGrpSpPr>
        <p:grpSpPr>
          <a:xfrm>
            <a:off x="8263457" y="4033226"/>
            <a:ext cx="407031" cy="431553"/>
            <a:chOff x="5639106" y="643680"/>
            <a:chExt cx="246148" cy="260978"/>
          </a:xfrm>
        </p:grpSpPr>
        <p:sp>
          <p:nvSpPr>
            <p:cNvPr id="1815" name="Google Shape;1815;p2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7" name="Google Shape;1817;p28"/>
          <p:cNvSpPr/>
          <p:nvPr/>
        </p:nvSpPr>
        <p:spPr>
          <a:xfrm>
            <a:off x="8737725" y="366940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8" name="Google Shape;1818;p28"/>
          <p:cNvGrpSpPr/>
          <p:nvPr/>
        </p:nvGrpSpPr>
        <p:grpSpPr>
          <a:xfrm>
            <a:off x="7733025" y="-799800"/>
            <a:ext cx="1999366" cy="1996853"/>
            <a:chOff x="1261508" y="230234"/>
            <a:chExt cx="842548" cy="841489"/>
          </a:xfrm>
        </p:grpSpPr>
        <p:sp>
          <p:nvSpPr>
            <p:cNvPr id="1819" name="Google Shape;1819;p2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4" name="Google Shape;1824;p28"/>
          <p:cNvGrpSpPr/>
          <p:nvPr/>
        </p:nvGrpSpPr>
        <p:grpSpPr>
          <a:xfrm>
            <a:off x="3572325" y="4415050"/>
            <a:ext cx="1999366" cy="1996853"/>
            <a:chOff x="1261508" y="230234"/>
            <a:chExt cx="842548" cy="841489"/>
          </a:xfrm>
        </p:grpSpPr>
        <p:sp>
          <p:nvSpPr>
            <p:cNvPr id="1825" name="Google Shape;1825;p2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0" name="Google Shape;1830;p2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1" name="Google Shape;1831;p28"/>
          <p:cNvSpPr txBox="1"/>
          <p:nvPr>
            <p:ph idx="1" type="subTitle"/>
          </p:nvPr>
        </p:nvSpPr>
        <p:spPr>
          <a:xfrm>
            <a:off x="1133075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2" name="Google Shape;1832;p28"/>
          <p:cNvSpPr txBox="1"/>
          <p:nvPr>
            <p:ph idx="2" type="subTitle"/>
          </p:nvPr>
        </p:nvSpPr>
        <p:spPr>
          <a:xfrm>
            <a:off x="6013178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3" name="Google Shape;1833;p28"/>
          <p:cNvSpPr txBox="1"/>
          <p:nvPr>
            <p:ph idx="3" type="subTitle"/>
          </p:nvPr>
        </p:nvSpPr>
        <p:spPr>
          <a:xfrm>
            <a:off x="3573109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4" name="Google Shape;1834;p28"/>
          <p:cNvSpPr txBox="1"/>
          <p:nvPr>
            <p:ph idx="4" type="subTitle"/>
          </p:nvPr>
        </p:nvSpPr>
        <p:spPr>
          <a:xfrm>
            <a:off x="1133075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5" name="Google Shape;1835;p28"/>
          <p:cNvSpPr txBox="1"/>
          <p:nvPr>
            <p:ph idx="5" type="subTitle"/>
          </p:nvPr>
        </p:nvSpPr>
        <p:spPr>
          <a:xfrm>
            <a:off x="3573116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6" name="Google Shape;1836;p28"/>
          <p:cNvSpPr txBox="1"/>
          <p:nvPr>
            <p:ph idx="6" type="subTitle"/>
          </p:nvPr>
        </p:nvSpPr>
        <p:spPr>
          <a:xfrm>
            <a:off x="6013194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0_1"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8" name="Google Shape;1838;p29"/>
          <p:cNvGrpSpPr/>
          <p:nvPr/>
        </p:nvGrpSpPr>
        <p:grpSpPr>
          <a:xfrm>
            <a:off x="3998594" y="4413571"/>
            <a:ext cx="1146819" cy="548812"/>
            <a:chOff x="126925" y="511427"/>
            <a:chExt cx="697154" cy="333625"/>
          </a:xfrm>
        </p:grpSpPr>
        <p:sp>
          <p:nvSpPr>
            <p:cNvPr id="1839" name="Google Shape;1839;p2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5" name="Google Shape;1875;p29"/>
          <p:cNvGrpSpPr/>
          <p:nvPr/>
        </p:nvGrpSpPr>
        <p:grpSpPr>
          <a:xfrm>
            <a:off x="202283" y="3862791"/>
            <a:ext cx="297892" cy="415961"/>
            <a:chOff x="4872628" y="1304490"/>
            <a:chExt cx="180147" cy="251548"/>
          </a:xfrm>
        </p:grpSpPr>
        <p:sp>
          <p:nvSpPr>
            <p:cNvPr id="1876" name="Google Shape;1876;p29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9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8" name="Google Shape;1878;p29"/>
          <p:cNvGrpSpPr/>
          <p:nvPr/>
        </p:nvGrpSpPr>
        <p:grpSpPr>
          <a:xfrm>
            <a:off x="283775" y="317151"/>
            <a:ext cx="271652" cy="377428"/>
            <a:chOff x="6473622" y="258634"/>
            <a:chExt cx="164279" cy="228246"/>
          </a:xfrm>
        </p:grpSpPr>
        <p:sp>
          <p:nvSpPr>
            <p:cNvPr id="1879" name="Google Shape;1879;p29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9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1" name="Google Shape;1881;p29"/>
          <p:cNvGrpSpPr/>
          <p:nvPr/>
        </p:nvGrpSpPr>
        <p:grpSpPr>
          <a:xfrm>
            <a:off x="8566432" y="4376151"/>
            <a:ext cx="407031" cy="431553"/>
            <a:chOff x="5639106" y="643680"/>
            <a:chExt cx="246148" cy="260978"/>
          </a:xfrm>
        </p:grpSpPr>
        <p:sp>
          <p:nvSpPr>
            <p:cNvPr id="1882" name="Google Shape;1882;p2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29"/>
          <p:cNvSpPr/>
          <p:nvPr/>
        </p:nvSpPr>
        <p:spPr>
          <a:xfrm>
            <a:off x="8362387" y="47803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5" name="Google Shape;1885;p29"/>
          <p:cNvGrpSpPr/>
          <p:nvPr/>
        </p:nvGrpSpPr>
        <p:grpSpPr>
          <a:xfrm>
            <a:off x="8029250" y="1573325"/>
            <a:ext cx="1999366" cy="1996853"/>
            <a:chOff x="1261508" y="230234"/>
            <a:chExt cx="842548" cy="841489"/>
          </a:xfrm>
        </p:grpSpPr>
        <p:sp>
          <p:nvSpPr>
            <p:cNvPr id="1886" name="Google Shape;1886;p2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1" name="Google Shape;1891;p29"/>
          <p:cNvGrpSpPr/>
          <p:nvPr/>
        </p:nvGrpSpPr>
        <p:grpSpPr>
          <a:xfrm>
            <a:off x="-884613" y="1581163"/>
            <a:ext cx="1999366" cy="1996853"/>
            <a:chOff x="1261508" y="230234"/>
            <a:chExt cx="842548" cy="841489"/>
          </a:xfrm>
        </p:grpSpPr>
        <p:sp>
          <p:nvSpPr>
            <p:cNvPr id="1892" name="Google Shape;1892;p2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7" name="Google Shape;1897;p29"/>
          <p:cNvGrpSpPr/>
          <p:nvPr/>
        </p:nvGrpSpPr>
        <p:grpSpPr>
          <a:xfrm>
            <a:off x="8424008" y="962816"/>
            <a:ext cx="297892" cy="415961"/>
            <a:chOff x="4872628" y="1304490"/>
            <a:chExt cx="180147" cy="251548"/>
          </a:xfrm>
        </p:grpSpPr>
        <p:sp>
          <p:nvSpPr>
            <p:cNvPr id="1898" name="Google Shape;1898;p29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9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0" name="Google Shape;1900;p29"/>
          <p:cNvSpPr/>
          <p:nvPr/>
        </p:nvSpPr>
        <p:spPr>
          <a:xfrm>
            <a:off x="8111712" y="1951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2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2" name="Google Shape;1902;p29"/>
          <p:cNvSpPr txBox="1"/>
          <p:nvPr>
            <p:ph idx="1" type="subTitle"/>
          </p:nvPr>
        </p:nvSpPr>
        <p:spPr>
          <a:xfrm>
            <a:off x="2014342" y="2024147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3" name="Google Shape;1903;p29"/>
          <p:cNvSpPr txBox="1"/>
          <p:nvPr>
            <p:ph idx="2" type="subTitle"/>
          </p:nvPr>
        </p:nvSpPr>
        <p:spPr>
          <a:xfrm>
            <a:off x="5009053" y="2024147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4" name="Google Shape;1904;p29"/>
          <p:cNvSpPr txBox="1"/>
          <p:nvPr>
            <p:ph idx="3" type="subTitle"/>
          </p:nvPr>
        </p:nvSpPr>
        <p:spPr>
          <a:xfrm>
            <a:off x="2014250" y="3585573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5" name="Google Shape;1905;p29"/>
          <p:cNvSpPr txBox="1"/>
          <p:nvPr>
            <p:ph idx="4" type="subTitle"/>
          </p:nvPr>
        </p:nvSpPr>
        <p:spPr>
          <a:xfrm>
            <a:off x="5008925" y="3585573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6" name="Google Shape;1906;p29"/>
          <p:cNvSpPr txBox="1"/>
          <p:nvPr>
            <p:ph idx="5" type="subTitle"/>
          </p:nvPr>
        </p:nvSpPr>
        <p:spPr>
          <a:xfrm>
            <a:off x="2014200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9"/>
          <p:cNvSpPr txBox="1"/>
          <p:nvPr>
            <p:ph idx="6" type="subTitle"/>
          </p:nvPr>
        </p:nvSpPr>
        <p:spPr>
          <a:xfrm>
            <a:off x="5008846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8" name="Google Shape;1908;p29"/>
          <p:cNvSpPr txBox="1"/>
          <p:nvPr>
            <p:ph idx="7" type="subTitle"/>
          </p:nvPr>
        </p:nvSpPr>
        <p:spPr>
          <a:xfrm>
            <a:off x="2014200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9" name="Google Shape;1909;p29"/>
          <p:cNvSpPr txBox="1"/>
          <p:nvPr>
            <p:ph idx="8" type="subTitle"/>
          </p:nvPr>
        </p:nvSpPr>
        <p:spPr>
          <a:xfrm>
            <a:off x="5008846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1" name="Google Shape;1911;p30"/>
          <p:cNvGrpSpPr/>
          <p:nvPr/>
        </p:nvGrpSpPr>
        <p:grpSpPr>
          <a:xfrm rot="5400000">
            <a:off x="8213607" y="2462873"/>
            <a:ext cx="1146819" cy="548812"/>
            <a:chOff x="126925" y="511427"/>
            <a:chExt cx="697154" cy="333625"/>
          </a:xfrm>
        </p:grpSpPr>
        <p:sp>
          <p:nvSpPr>
            <p:cNvPr id="1912" name="Google Shape;1912;p3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8" name="Google Shape;1948;p30"/>
          <p:cNvGrpSpPr/>
          <p:nvPr/>
        </p:nvGrpSpPr>
        <p:grpSpPr>
          <a:xfrm>
            <a:off x="332158" y="332016"/>
            <a:ext cx="297892" cy="415961"/>
            <a:chOff x="4872628" y="1304490"/>
            <a:chExt cx="180147" cy="251548"/>
          </a:xfrm>
        </p:grpSpPr>
        <p:sp>
          <p:nvSpPr>
            <p:cNvPr id="1949" name="Google Shape;1949;p30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0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1" name="Google Shape;1951;p30"/>
          <p:cNvGrpSpPr/>
          <p:nvPr/>
        </p:nvGrpSpPr>
        <p:grpSpPr>
          <a:xfrm>
            <a:off x="8424107" y="4464776"/>
            <a:ext cx="407031" cy="431553"/>
            <a:chOff x="5639106" y="643680"/>
            <a:chExt cx="246148" cy="260978"/>
          </a:xfrm>
        </p:grpSpPr>
        <p:sp>
          <p:nvSpPr>
            <p:cNvPr id="1952" name="Google Shape;1952;p3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4" name="Google Shape;1954;p30"/>
          <p:cNvSpPr/>
          <p:nvPr/>
        </p:nvSpPr>
        <p:spPr>
          <a:xfrm>
            <a:off x="8788225" y="42827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5" name="Google Shape;1955;p30"/>
          <p:cNvGrpSpPr/>
          <p:nvPr/>
        </p:nvGrpSpPr>
        <p:grpSpPr>
          <a:xfrm>
            <a:off x="7884525" y="-1045050"/>
            <a:ext cx="1999366" cy="1996853"/>
            <a:chOff x="1261508" y="230234"/>
            <a:chExt cx="842548" cy="841489"/>
          </a:xfrm>
        </p:grpSpPr>
        <p:sp>
          <p:nvSpPr>
            <p:cNvPr id="1956" name="Google Shape;1956;p3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1" name="Google Shape;1961;p30"/>
          <p:cNvGrpSpPr/>
          <p:nvPr/>
        </p:nvGrpSpPr>
        <p:grpSpPr>
          <a:xfrm>
            <a:off x="-748838" y="4090750"/>
            <a:ext cx="1999366" cy="1996853"/>
            <a:chOff x="1261508" y="230234"/>
            <a:chExt cx="842548" cy="841489"/>
          </a:xfrm>
        </p:grpSpPr>
        <p:sp>
          <p:nvSpPr>
            <p:cNvPr id="1962" name="Google Shape;1962;p3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7" name="Google Shape;1967;p30"/>
          <p:cNvGrpSpPr/>
          <p:nvPr/>
        </p:nvGrpSpPr>
        <p:grpSpPr>
          <a:xfrm rot="5400000">
            <a:off x="-216318" y="2462873"/>
            <a:ext cx="1146819" cy="548812"/>
            <a:chOff x="126925" y="511427"/>
            <a:chExt cx="697154" cy="333625"/>
          </a:xfrm>
        </p:grpSpPr>
        <p:sp>
          <p:nvSpPr>
            <p:cNvPr id="1968" name="Google Shape;1968;p3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4" name="Google Shape;2004;p3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05" name="Google Shape;2005;p30"/>
          <p:cNvSpPr txBox="1"/>
          <p:nvPr>
            <p:ph idx="1" type="subTitle"/>
          </p:nvPr>
        </p:nvSpPr>
        <p:spPr>
          <a:xfrm>
            <a:off x="720025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6" name="Google Shape;2006;p30"/>
          <p:cNvSpPr txBox="1"/>
          <p:nvPr>
            <p:ph idx="2" type="subTitle"/>
          </p:nvPr>
        </p:nvSpPr>
        <p:spPr>
          <a:xfrm>
            <a:off x="3412848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7" name="Google Shape;2007;p30"/>
          <p:cNvSpPr txBox="1"/>
          <p:nvPr>
            <p:ph idx="3" type="subTitle"/>
          </p:nvPr>
        </p:nvSpPr>
        <p:spPr>
          <a:xfrm>
            <a:off x="6105671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8" name="Google Shape;2008;p30"/>
          <p:cNvSpPr txBox="1"/>
          <p:nvPr>
            <p:ph idx="4" type="subTitle"/>
          </p:nvPr>
        </p:nvSpPr>
        <p:spPr>
          <a:xfrm>
            <a:off x="720025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9" name="Google Shape;2009;p30"/>
          <p:cNvSpPr txBox="1"/>
          <p:nvPr>
            <p:ph idx="5" type="subTitle"/>
          </p:nvPr>
        </p:nvSpPr>
        <p:spPr>
          <a:xfrm>
            <a:off x="3412848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10" name="Google Shape;2010;p30"/>
          <p:cNvSpPr txBox="1"/>
          <p:nvPr>
            <p:ph idx="6" type="subTitle"/>
          </p:nvPr>
        </p:nvSpPr>
        <p:spPr>
          <a:xfrm>
            <a:off x="6105671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11" name="Google Shape;2011;p30"/>
          <p:cNvSpPr txBox="1"/>
          <p:nvPr>
            <p:ph idx="7" type="subTitle"/>
          </p:nvPr>
        </p:nvSpPr>
        <p:spPr>
          <a:xfrm>
            <a:off x="720025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2" name="Google Shape;2012;p30"/>
          <p:cNvSpPr txBox="1"/>
          <p:nvPr>
            <p:ph idx="8" type="subTitle"/>
          </p:nvPr>
        </p:nvSpPr>
        <p:spPr>
          <a:xfrm>
            <a:off x="3412853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3" name="Google Shape;2013;p30"/>
          <p:cNvSpPr txBox="1"/>
          <p:nvPr>
            <p:ph idx="9" type="subTitle"/>
          </p:nvPr>
        </p:nvSpPr>
        <p:spPr>
          <a:xfrm>
            <a:off x="6105696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4" name="Google Shape;2014;p30"/>
          <p:cNvSpPr txBox="1"/>
          <p:nvPr>
            <p:ph idx="13" type="subTitle"/>
          </p:nvPr>
        </p:nvSpPr>
        <p:spPr>
          <a:xfrm>
            <a:off x="720025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5" name="Google Shape;2015;p30"/>
          <p:cNvSpPr txBox="1"/>
          <p:nvPr>
            <p:ph idx="14" type="subTitle"/>
          </p:nvPr>
        </p:nvSpPr>
        <p:spPr>
          <a:xfrm>
            <a:off x="3412853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6" name="Google Shape;2016;p30"/>
          <p:cNvSpPr txBox="1"/>
          <p:nvPr>
            <p:ph idx="15" type="subTitle"/>
          </p:nvPr>
        </p:nvSpPr>
        <p:spPr>
          <a:xfrm>
            <a:off x="6105696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8" name="Google Shape;2018;p31"/>
          <p:cNvGrpSpPr/>
          <p:nvPr/>
        </p:nvGrpSpPr>
        <p:grpSpPr>
          <a:xfrm flipH="1" rot="5400000">
            <a:off x="139694" y="3969420"/>
            <a:ext cx="1146819" cy="548812"/>
            <a:chOff x="126925" y="511427"/>
            <a:chExt cx="697154" cy="333625"/>
          </a:xfrm>
        </p:grpSpPr>
        <p:sp>
          <p:nvSpPr>
            <p:cNvPr id="2019" name="Google Shape;2019;p3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5" name="Google Shape;2055;p31"/>
          <p:cNvGrpSpPr/>
          <p:nvPr/>
        </p:nvGrpSpPr>
        <p:grpSpPr>
          <a:xfrm flipH="1" rot="10800000">
            <a:off x="8144257" y="313099"/>
            <a:ext cx="407031" cy="431553"/>
            <a:chOff x="5639106" y="643680"/>
            <a:chExt cx="246148" cy="260978"/>
          </a:xfrm>
        </p:grpSpPr>
        <p:sp>
          <p:nvSpPr>
            <p:cNvPr id="2056" name="Google Shape;2056;p3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8" name="Google Shape;2058;p31"/>
          <p:cNvSpPr/>
          <p:nvPr/>
        </p:nvSpPr>
        <p:spPr>
          <a:xfrm flipH="1" rot="10800000">
            <a:off x="1159422" y="223112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31"/>
          <p:cNvSpPr/>
          <p:nvPr/>
        </p:nvSpPr>
        <p:spPr>
          <a:xfrm flipH="1" rot="10800000">
            <a:off x="8468956" y="80602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31"/>
          <p:cNvGrpSpPr/>
          <p:nvPr/>
        </p:nvGrpSpPr>
        <p:grpSpPr>
          <a:xfrm flipH="1" rot="10800000">
            <a:off x="7956675" y="3483475"/>
            <a:ext cx="1999366" cy="1996853"/>
            <a:chOff x="1261508" y="230234"/>
            <a:chExt cx="842548" cy="841489"/>
          </a:xfrm>
        </p:grpSpPr>
        <p:sp>
          <p:nvSpPr>
            <p:cNvPr id="2061" name="Google Shape;2061;p3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31"/>
          <p:cNvGrpSpPr/>
          <p:nvPr/>
        </p:nvGrpSpPr>
        <p:grpSpPr>
          <a:xfrm flipH="1" rot="10800000">
            <a:off x="-716375" y="223100"/>
            <a:ext cx="1999366" cy="1996853"/>
            <a:chOff x="1261508" y="230234"/>
            <a:chExt cx="842548" cy="841489"/>
          </a:xfrm>
        </p:grpSpPr>
        <p:sp>
          <p:nvSpPr>
            <p:cNvPr id="2067" name="Google Shape;2067;p3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2" name="Google Shape;2072;p31"/>
          <p:cNvSpPr txBox="1"/>
          <p:nvPr>
            <p:ph hasCustomPrompt="1" type="title"/>
          </p:nvPr>
        </p:nvSpPr>
        <p:spPr>
          <a:xfrm>
            <a:off x="1995117" y="540000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073" name="Google Shape;2073;p31"/>
          <p:cNvSpPr txBox="1"/>
          <p:nvPr>
            <p:ph idx="1" type="subTitle"/>
          </p:nvPr>
        </p:nvSpPr>
        <p:spPr>
          <a:xfrm>
            <a:off x="1995072" y="1426189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074" name="Google Shape;2074;p31"/>
          <p:cNvSpPr txBox="1"/>
          <p:nvPr>
            <p:ph hasCustomPrompt="1" idx="2" type="title"/>
          </p:nvPr>
        </p:nvSpPr>
        <p:spPr>
          <a:xfrm>
            <a:off x="1995183" y="1914762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075" name="Google Shape;2075;p31"/>
          <p:cNvSpPr txBox="1"/>
          <p:nvPr>
            <p:ph idx="3" type="subTitle"/>
          </p:nvPr>
        </p:nvSpPr>
        <p:spPr>
          <a:xfrm>
            <a:off x="1995050" y="2800948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076" name="Google Shape;2076;p31"/>
          <p:cNvSpPr txBox="1"/>
          <p:nvPr>
            <p:ph hasCustomPrompt="1" idx="4" type="title"/>
          </p:nvPr>
        </p:nvSpPr>
        <p:spPr>
          <a:xfrm>
            <a:off x="1995183" y="3289524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077" name="Google Shape;2077;p31"/>
          <p:cNvSpPr txBox="1"/>
          <p:nvPr>
            <p:ph idx="5" type="subTitle"/>
          </p:nvPr>
        </p:nvSpPr>
        <p:spPr>
          <a:xfrm>
            <a:off x="1995072" y="4175734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7_1_1"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9" name="Google Shape;2079;p32"/>
          <p:cNvGrpSpPr/>
          <p:nvPr/>
        </p:nvGrpSpPr>
        <p:grpSpPr>
          <a:xfrm rot="5400000">
            <a:off x="-121356" y="1590646"/>
            <a:ext cx="1146819" cy="548812"/>
            <a:chOff x="126925" y="511427"/>
            <a:chExt cx="697154" cy="333625"/>
          </a:xfrm>
        </p:grpSpPr>
        <p:sp>
          <p:nvSpPr>
            <p:cNvPr id="2080" name="Google Shape;2080;p3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6" name="Google Shape;2116;p32"/>
          <p:cNvGrpSpPr/>
          <p:nvPr/>
        </p:nvGrpSpPr>
        <p:grpSpPr>
          <a:xfrm>
            <a:off x="439147" y="350431"/>
            <a:ext cx="287314" cy="379145"/>
            <a:chOff x="3216099" y="239444"/>
            <a:chExt cx="173751" cy="229285"/>
          </a:xfrm>
        </p:grpSpPr>
        <p:sp>
          <p:nvSpPr>
            <p:cNvPr id="2117" name="Google Shape;2117;p3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9" name="Google Shape;2119;p32"/>
          <p:cNvGrpSpPr/>
          <p:nvPr/>
        </p:nvGrpSpPr>
        <p:grpSpPr>
          <a:xfrm>
            <a:off x="8592607" y="4466051"/>
            <a:ext cx="407031" cy="431553"/>
            <a:chOff x="5639106" y="643680"/>
            <a:chExt cx="246148" cy="260978"/>
          </a:xfrm>
        </p:grpSpPr>
        <p:sp>
          <p:nvSpPr>
            <p:cNvPr id="2120" name="Google Shape;2120;p32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2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2" name="Google Shape;2122;p32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32"/>
          <p:cNvSpPr/>
          <p:nvPr/>
        </p:nvSpPr>
        <p:spPr>
          <a:xfrm>
            <a:off x="8468956" y="48178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4" name="Google Shape;2124;p32"/>
          <p:cNvGrpSpPr/>
          <p:nvPr/>
        </p:nvGrpSpPr>
        <p:grpSpPr>
          <a:xfrm>
            <a:off x="8424000" y="574900"/>
            <a:ext cx="1999366" cy="1996853"/>
            <a:chOff x="1261508" y="230234"/>
            <a:chExt cx="842548" cy="841489"/>
          </a:xfrm>
        </p:grpSpPr>
        <p:sp>
          <p:nvSpPr>
            <p:cNvPr id="2125" name="Google Shape;2125;p3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0" name="Google Shape;2130;p32"/>
          <p:cNvGrpSpPr/>
          <p:nvPr/>
        </p:nvGrpSpPr>
        <p:grpSpPr>
          <a:xfrm>
            <a:off x="-286588" y="4466050"/>
            <a:ext cx="1999366" cy="1996853"/>
            <a:chOff x="1261508" y="230234"/>
            <a:chExt cx="842548" cy="841489"/>
          </a:xfrm>
        </p:grpSpPr>
        <p:sp>
          <p:nvSpPr>
            <p:cNvPr id="2131" name="Google Shape;2131;p3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6" name="Google Shape;2136;p32"/>
          <p:cNvGrpSpPr/>
          <p:nvPr/>
        </p:nvGrpSpPr>
        <p:grpSpPr>
          <a:xfrm>
            <a:off x="8133582" y="143351"/>
            <a:ext cx="407031" cy="431553"/>
            <a:chOff x="5639106" y="643680"/>
            <a:chExt cx="246148" cy="260978"/>
          </a:xfrm>
        </p:grpSpPr>
        <p:sp>
          <p:nvSpPr>
            <p:cNvPr id="2137" name="Google Shape;2137;p32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2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9" name="Google Shape;2139;p3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0" name="Google Shape;2140;p32"/>
          <p:cNvSpPr txBox="1"/>
          <p:nvPr>
            <p:ph idx="1" type="subTitle"/>
          </p:nvPr>
        </p:nvSpPr>
        <p:spPr>
          <a:xfrm>
            <a:off x="958104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1" name="Google Shape;2141;p32"/>
          <p:cNvSpPr txBox="1"/>
          <p:nvPr>
            <p:ph idx="2" type="subTitle"/>
          </p:nvPr>
        </p:nvSpPr>
        <p:spPr>
          <a:xfrm>
            <a:off x="6270107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2" name="Google Shape;2142;p32"/>
          <p:cNvSpPr txBox="1"/>
          <p:nvPr>
            <p:ph idx="3" type="subTitle"/>
          </p:nvPr>
        </p:nvSpPr>
        <p:spPr>
          <a:xfrm>
            <a:off x="3614112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3" name="Google Shape;2143;p32"/>
          <p:cNvSpPr txBox="1"/>
          <p:nvPr>
            <p:ph idx="4" type="subTitle"/>
          </p:nvPr>
        </p:nvSpPr>
        <p:spPr>
          <a:xfrm>
            <a:off x="958100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4" name="Google Shape;2144;p32"/>
          <p:cNvSpPr txBox="1"/>
          <p:nvPr>
            <p:ph idx="5" type="subTitle"/>
          </p:nvPr>
        </p:nvSpPr>
        <p:spPr>
          <a:xfrm>
            <a:off x="3614112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5" name="Google Shape;2145;p32"/>
          <p:cNvSpPr txBox="1"/>
          <p:nvPr>
            <p:ph idx="6" type="subTitle"/>
          </p:nvPr>
        </p:nvSpPr>
        <p:spPr>
          <a:xfrm>
            <a:off x="6270111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6" name="Google Shape;2146;p32"/>
          <p:cNvSpPr txBox="1"/>
          <p:nvPr>
            <p:ph hasCustomPrompt="1" idx="7" type="title"/>
          </p:nvPr>
        </p:nvSpPr>
        <p:spPr>
          <a:xfrm>
            <a:off x="1465216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147" name="Google Shape;2147;p32"/>
          <p:cNvSpPr txBox="1"/>
          <p:nvPr>
            <p:ph hasCustomPrompt="1" idx="8" type="title"/>
          </p:nvPr>
        </p:nvSpPr>
        <p:spPr>
          <a:xfrm>
            <a:off x="4121169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148" name="Google Shape;2148;p32"/>
          <p:cNvSpPr txBox="1"/>
          <p:nvPr>
            <p:ph hasCustomPrompt="1" idx="9" type="title"/>
          </p:nvPr>
        </p:nvSpPr>
        <p:spPr>
          <a:xfrm>
            <a:off x="6777109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3"/>
          <p:cNvGrpSpPr/>
          <p:nvPr/>
        </p:nvGrpSpPr>
        <p:grpSpPr>
          <a:xfrm>
            <a:off x="7615119" y="4454096"/>
            <a:ext cx="1146819" cy="548812"/>
            <a:chOff x="126925" y="511427"/>
            <a:chExt cx="697154" cy="333625"/>
          </a:xfrm>
        </p:grpSpPr>
        <p:sp>
          <p:nvSpPr>
            <p:cNvPr id="2151" name="Google Shape;2151;p3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3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3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3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7" name="Google Shape;2187;p33"/>
          <p:cNvGrpSpPr/>
          <p:nvPr/>
        </p:nvGrpSpPr>
        <p:grpSpPr>
          <a:xfrm>
            <a:off x="2971250" y="-1074850"/>
            <a:ext cx="1999366" cy="1996853"/>
            <a:chOff x="1261508" y="230234"/>
            <a:chExt cx="842548" cy="841489"/>
          </a:xfrm>
        </p:grpSpPr>
        <p:sp>
          <p:nvSpPr>
            <p:cNvPr id="2188" name="Google Shape;2188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3" name="Google Shape;2193;p33"/>
          <p:cNvGrpSpPr/>
          <p:nvPr/>
        </p:nvGrpSpPr>
        <p:grpSpPr>
          <a:xfrm>
            <a:off x="-1007450" y="2571750"/>
            <a:ext cx="1999366" cy="1996853"/>
            <a:chOff x="1261508" y="230234"/>
            <a:chExt cx="842548" cy="841489"/>
          </a:xfrm>
        </p:grpSpPr>
        <p:sp>
          <p:nvSpPr>
            <p:cNvPr id="2194" name="Google Shape;2194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9" name="Google Shape;2199;p33"/>
          <p:cNvSpPr/>
          <p:nvPr/>
        </p:nvSpPr>
        <p:spPr>
          <a:xfrm>
            <a:off x="8247481" y="386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0" name="Google Shape;2200;p33"/>
          <p:cNvGrpSpPr/>
          <p:nvPr/>
        </p:nvGrpSpPr>
        <p:grpSpPr>
          <a:xfrm>
            <a:off x="2391150" y="4501300"/>
            <a:ext cx="1999366" cy="1996853"/>
            <a:chOff x="1261508" y="230234"/>
            <a:chExt cx="842548" cy="841489"/>
          </a:xfrm>
        </p:grpSpPr>
        <p:sp>
          <p:nvSpPr>
            <p:cNvPr id="2201" name="Google Shape;2201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6" name="Google Shape;2206;p33"/>
          <p:cNvSpPr txBox="1"/>
          <p:nvPr>
            <p:ph idx="1" type="subTitle"/>
          </p:nvPr>
        </p:nvSpPr>
        <p:spPr>
          <a:xfrm>
            <a:off x="4572000" y="1453844"/>
            <a:ext cx="3852000" cy="10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07" name="Google Shape;2207;p33"/>
          <p:cNvSpPr txBox="1"/>
          <p:nvPr>
            <p:ph type="ctrTitle"/>
          </p:nvPr>
        </p:nvSpPr>
        <p:spPr>
          <a:xfrm flipH="1">
            <a:off x="4572275" y="612439"/>
            <a:ext cx="3852000" cy="9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08" name="Google Shape;2208;p33"/>
          <p:cNvSpPr txBox="1"/>
          <p:nvPr/>
        </p:nvSpPr>
        <p:spPr>
          <a:xfrm>
            <a:off x="4887225" y="3198625"/>
            <a:ext cx="32169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2"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0" name="Google Shape;2210;p34"/>
          <p:cNvGrpSpPr/>
          <p:nvPr/>
        </p:nvGrpSpPr>
        <p:grpSpPr>
          <a:xfrm rot="-5400000">
            <a:off x="8124994" y="2297346"/>
            <a:ext cx="1146819" cy="548812"/>
            <a:chOff x="126925" y="511427"/>
            <a:chExt cx="697154" cy="333625"/>
          </a:xfrm>
        </p:grpSpPr>
        <p:sp>
          <p:nvSpPr>
            <p:cNvPr id="2211" name="Google Shape;2211;p3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7" name="Google Shape;2247;p34"/>
          <p:cNvGrpSpPr/>
          <p:nvPr/>
        </p:nvGrpSpPr>
        <p:grpSpPr>
          <a:xfrm>
            <a:off x="245697" y="3349556"/>
            <a:ext cx="287314" cy="379145"/>
            <a:chOff x="3216099" y="239444"/>
            <a:chExt cx="173751" cy="229285"/>
          </a:xfrm>
        </p:grpSpPr>
        <p:sp>
          <p:nvSpPr>
            <p:cNvPr id="2248" name="Google Shape;2248;p3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0" name="Google Shape;2250;p34"/>
          <p:cNvSpPr/>
          <p:nvPr/>
        </p:nvSpPr>
        <p:spPr>
          <a:xfrm>
            <a:off x="440072" y="5688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1" name="Google Shape;2251;p34"/>
          <p:cNvGrpSpPr/>
          <p:nvPr/>
        </p:nvGrpSpPr>
        <p:grpSpPr>
          <a:xfrm>
            <a:off x="-846275" y="878675"/>
            <a:ext cx="1999366" cy="1996853"/>
            <a:chOff x="1261508" y="230234"/>
            <a:chExt cx="842548" cy="841489"/>
          </a:xfrm>
        </p:grpSpPr>
        <p:sp>
          <p:nvSpPr>
            <p:cNvPr id="2252" name="Google Shape;2252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7" name="Google Shape;2257;p34"/>
          <p:cNvGrpSpPr/>
          <p:nvPr/>
        </p:nvGrpSpPr>
        <p:grpSpPr>
          <a:xfrm>
            <a:off x="5586925" y="-1152625"/>
            <a:ext cx="1999366" cy="1996853"/>
            <a:chOff x="1261508" y="230234"/>
            <a:chExt cx="842548" cy="841489"/>
          </a:xfrm>
        </p:grpSpPr>
        <p:sp>
          <p:nvSpPr>
            <p:cNvPr id="2258" name="Google Shape;2258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3" name="Google Shape;2263;p34"/>
          <p:cNvGrpSpPr/>
          <p:nvPr/>
        </p:nvGrpSpPr>
        <p:grpSpPr>
          <a:xfrm>
            <a:off x="8414552" y="302549"/>
            <a:ext cx="370511" cy="388130"/>
            <a:chOff x="5661192" y="669940"/>
            <a:chExt cx="224063" cy="234718"/>
          </a:xfrm>
        </p:grpSpPr>
        <p:sp>
          <p:nvSpPr>
            <p:cNvPr id="2264" name="Google Shape;2264;p34"/>
            <p:cNvSpPr/>
            <p:nvPr/>
          </p:nvSpPr>
          <p:spPr>
            <a:xfrm>
              <a:off x="5661192" y="669940"/>
              <a:ext cx="125215" cy="148858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4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6" name="Google Shape;2266;p34"/>
          <p:cNvGrpSpPr/>
          <p:nvPr/>
        </p:nvGrpSpPr>
        <p:grpSpPr>
          <a:xfrm>
            <a:off x="8554747" y="4559981"/>
            <a:ext cx="287314" cy="379145"/>
            <a:chOff x="3216099" y="239444"/>
            <a:chExt cx="173751" cy="229285"/>
          </a:xfrm>
        </p:grpSpPr>
        <p:sp>
          <p:nvSpPr>
            <p:cNvPr id="2267" name="Google Shape;2267;p3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9" name="Google Shape;2269;p34"/>
          <p:cNvGrpSpPr/>
          <p:nvPr/>
        </p:nvGrpSpPr>
        <p:grpSpPr>
          <a:xfrm>
            <a:off x="3224075" y="4559975"/>
            <a:ext cx="1999366" cy="1996853"/>
            <a:chOff x="1261508" y="230234"/>
            <a:chExt cx="842548" cy="841489"/>
          </a:xfrm>
        </p:grpSpPr>
        <p:sp>
          <p:nvSpPr>
            <p:cNvPr id="2270" name="Google Shape;2270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"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35"/>
          <p:cNvGrpSpPr/>
          <p:nvPr/>
        </p:nvGrpSpPr>
        <p:grpSpPr>
          <a:xfrm>
            <a:off x="7033144" y="4389208"/>
            <a:ext cx="1146819" cy="548812"/>
            <a:chOff x="126925" y="511427"/>
            <a:chExt cx="697154" cy="333625"/>
          </a:xfrm>
        </p:grpSpPr>
        <p:sp>
          <p:nvSpPr>
            <p:cNvPr id="2277" name="Google Shape;2277;p3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3" name="Google Shape;2313;p35"/>
          <p:cNvGrpSpPr/>
          <p:nvPr/>
        </p:nvGrpSpPr>
        <p:grpSpPr>
          <a:xfrm>
            <a:off x="343935" y="624181"/>
            <a:ext cx="287314" cy="379145"/>
            <a:chOff x="3216099" y="239444"/>
            <a:chExt cx="173751" cy="229285"/>
          </a:xfrm>
        </p:grpSpPr>
        <p:sp>
          <p:nvSpPr>
            <p:cNvPr id="2314" name="Google Shape;2314;p3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6" name="Google Shape;2316;p35"/>
          <p:cNvSpPr/>
          <p:nvPr/>
        </p:nvSpPr>
        <p:spPr>
          <a:xfrm>
            <a:off x="333122" y="1904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7" name="Google Shape;2317;p35"/>
          <p:cNvGrpSpPr/>
          <p:nvPr/>
        </p:nvGrpSpPr>
        <p:grpSpPr>
          <a:xfrm>
            <a:off x="3915425" y="-879050"/>
            <a:ext cx="1999366" cy="1996853"/>
            <a:chOff x="1261508" y="230234"/>
            <a:chExt cx="842548" cy="841489"/>
          </a:xfrm>
        </p:grpSpPr>
        <p:sp>
          <p:nvSpPr>
            <p:cNvPr id="2318" name="Google Shape;2318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3" name="Google Shape;2323;p35"/>
          <p:cNvGrpSpPr/>
          <p:nvPr/>
        </p:nvGrpSpPr>
        <p:grpSpPr>
          <a:xfrm>
            <a:off x="333125" y="4047550"/>
            <a:ext cx="1999366" cy="1996853"/>
            <a:chOff x="1261508" y="230234"/>
            <a:chExt cx="842548" cy="841489"/>
          </a:xfrm>
        </p:grpSpPr>
        <p:sp>
          <p:nvSpPr>
            <p:cNvPr id="2324" name="Google Shape;2324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9" name="Google Shape;2329;p35"/>
          <p:cNvGrpSpPr/>
          <p:nvPr/>
        </p:nvGrpSpPr>
        <p:grpSpPr>
          <a:xfrm>
            <a:off x="8325407" y="259126"/>
            <a:ext cx="407031" cy="431553"/>
            <a:chOff x="5639106" y="643680"/>
            <a:chExt cx="246148" cy="260978"/>
          </a:xfrm>
        </p:grpSpPr>
        <p:sp>
          <p:nvSpPr>
            <p:cNvPr id="2330" name="Google Shape;2330;p3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2" name="Google Shape;2332;p35"/>
          <p:cNvGrpSpPr/>
          <p:nvPr/>
        </p:nvGrpSpPr>
        <p:grpSpPr>
          <a:xfrm>
            <a:off x="8732447" y="4317331"/>
            <a:ext cx="287314" cy="379145"/>
            <a:chOff x="3216099" y="239444"/>
            <a:chExt cx="173751" cy="229285"/>
          </a:xfrm>
        </p:grpSpPr>
        <p:sp>
          <p:nvSpPr>
            <p:cNvPr id="2333" name="Google Shape;2333;p3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5" name="Google Shape;2335;p35"/>
          <p:cNvGrpSpPr/>
          <p:nvPr/>
        </p:nvGrpSpPr>
        <p:grpSpPr>
          <a:xfrm>
            <a:off x="7941237" y="821025"/>
            <a:ext cx="1999366" cy="1996853"/>
            <a:chOff x="1261508" y="230234"/>
            <a:chExt cx="842548" cy="841489"/>
          </a:xfrm>
        </p:grpSpPr>
        <p:sp>
          <p:nvSpPr>
            <p:cNvPr id="2336" name="Google Shape;2336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3"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36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22.png"/><Relationship Id="rId8" Type="http://schemas.openxmlformats.org/officeDocument/2006/relationships/image" Target="../media/image5.png"/><Relationship Id="rId11" Type="http://schemas.openxmlformats.org/officeDocument/2006/relationships/image" Target="../media/image8.png"/><Relationship Id="rId10" Type="http://schemas.openxmlformats.org/officeDocument/2006/relationships/image" Target="../media/image7.png"/><Relationship Id="rId12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7" name="Google Shape;2347;p37"/>
          <p:cNvPicPr preferRelativeResize="0"/>
          <p:nvPr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8" name="Google Shape;2348;p37"/>
          <p:cNvGrpSpPr/>
          <p:nvPr/>
        </p:nvGrpSpPr>
        <p:grpSpPr>
          <a:xfrm>
            <a:off x="4078729" y="2712138"/>
            <a:ext cx="648927" cy="947965"/>
            <a:chOff x="4138133" y="3607168"/>
            <a:chExt cx="236722" cy="379444"/>
          </a:xfrm>
        </p:grpSpPr>
        <p:sp>
          <p:nvSpPr>
            <p:cNvPr id="2349" name="Google Shape;2349;p37"/>
            <p:cNvSpPr/>
            <p:nvPr/>
          </p:nvSpPr>
          <p:spPr>
            <a:xfrm>
              <a:off x="4217177" y="3782744"/>
              <a:ext cx="79877" cy="93501"/>
            </a:xfrm>
            <a:custGeom>
              <a:rect b="b" l="l" r="r" t="t"/>
              <a:pathLst>
                <a:path extrusionOk="0" h="2251" w="1923">
                  <a:moveTo>
                    <a:pt x="1379" y="128"/>
                  </a:moveTo>
                  <a:cubicBezTo>
                    <a:pt x="1399" y="128"/>
                    <a:pt x="1418" y="130"/>
                    <a:pt x="1436" y="134"/>
                  </a:cubicBezTo>
                  <a:cubicBezTo>
                    <a:pt x="1664" y="239"/>
                    <a:pt x="1793" y="547"/>
                    <a:pt x="1769" y="781"/>
                  </a:cubicBezTo>
                  <a:cubicBezTo>
                    <a:pt x="1793" y="1033"/>
                    <a:pt x="1590" y="1212"/>
                    <a:pt x="1485" y="1446"/>
                  </a:cubicBezTo>
                  <a:cubicBezTo>
                    <a:pt x="1461" y="1575"/>
                    <a:pt x="1541" y="1674"/>
                    <a:pt x="1541" y="1803"/>
                  </a:cubicBezTo>
                  <a:cubicBezTo>
                    <a:pt x="1549" y="2023"/>
                    <a:pt x="1515" y="2104"/>
                    <a:pt x="1462" y="2104"/>
                  </a:cubicBezTo>
                  <a:cubicBezTo>
                    <a:pt x="1346" y="2104"/>
                    <a:pt x="1137" y="1724"/>
                    <a:pt x="1048" y="1551"/>
                  </a:cubicBezTo>
                  <a:cubicBezTo>
                    <a:pt x="1024" y="1524"/>
                    <a:pt x="1002" y="1512"/>
                    <a:pt x="979" y="1512"/>
                  </a:cubicBezTo>
                  <a:cubicBezTo>
                    <a:pt x="819" y="1512"/>
                    <a:pt x="685" y="2120"/>
                    <a:pt x="521" y="2120"/>
                  </a:cubicBezTo>
                  <a:cubicBezTo>
                    <a:pt x="510" y="2120"/>
                    <a:pt x="499" y="2117"/>
                    <a:pt x="488" y="2111"/>
                  </a:cubicBezTo>
                  <a:cubicBezTo>
                    <a:pt x="408" y="2087"/>
                    <a:pt x="488" y="1649"/>
                    <a:pt x="463" y="1421"/>
                  </a:cubicBezTo>
                  <a:cubicBezTo>
                    <a:pt x="254" y="1113"/>
                    <a:pt x="1" y="701"/>
                    <a:pt x="229" y="344"/>
                  </a:cubicBezTo>
                  <a:cubicBezTo>
                    <a:pt x="338" y="176"/>
                    <a:pt x="438" y="129"/>
                    <a:pt x="541" y="129"/>
                  </a:cubicBezTo>
                  <a:cubicBezTo>
                    <a:pt x="674" y="129"/>
                    <a:pt x="811" y="207"/>
                    <a:pt x="975" y="207"/>
                  </a:cubicBezTo>
                  <a:cubicBezTo>
                    <a:pt x="1016" y="207"/>
                    <a:pt x="1059" y="202"/>
                    <a:pt x="1103" y="190"/>
                  </a:cubicBezTo>
                  <a:cubicBezTo>
                    <a:pt x="1185" y="169"/>
                    <a:pt x="1287" y="128"/>
                    <a:pt x="1379" y="128"/>
                  </a:cubicBezTo>
                  <a:close/>
                  <a:moveTo>
                    <a:pt x="525" y="0"/>
                  </a:moveTo>
                  <a:cubicBezTo>
                    <a:pt x="495" y="0"/>
                    <a:pt x="464" y="3"/>
                    <a:pt x="432" y="11"/>
                  </a:cubicBezTo>
                  <a:cubicBezTo>
                    <a:pt x="180" y="85"/>
                    <a:pt x="1" y="417"/>
                    <a:pt x="1" y="676"/>
                  </a:cubicBezTo>
                  <a:cubicBezTo>
                    <a:pt x="1" y="1009"/>
                    <a:pt x="229" y="1292"/>
                    <a:pt x="309" y="1495"/>
                  </a:cubicBezTo>
                  <a:cubicBezTo>
                    <a:pt x="383" y="1674"/>
                    <a:pt x="254" y="2167"/>
                    <a:pt x="432" y="2241"/>
                  </a:cubicBezTo>
                  <a:cubicBezTo>
                    <a:pt x="449" y="2247"/>
                    <a:pt x="467" y="2250"/>
                    <a:pt x="484" y="2250"/>
                  </a:cubicBezTo>
                  <a:cubicBezTo>
                    <a:pt x="595" y="2250"/>
                    <a:pt x="702" y="2126"/>
                    <a:pt x="771" y="2062"/>
                  </a:cubicBezTo>
                  <a:cubicBezTo>
                    <a:pt x="845" y="1933"/>
                    <a:pt x="894" y="1779"/>
                    <a:pt x="950" y="1649"/>
                  </a:cubicBezTo>
                  <a:cubicBezTo>
                    <a:pt x="1020" y="1773"/>
                    <a:pt x="1214" y="2244"/>
                    <a:pt x="1472" y="2244"/>
                  </a:cubicBezTo>
                  <a:cubicBezTo>
                    <a:pt x="1485" y="2244"/>
                    <a:pt x="1497" y="2243"/>
                    <a:pt x="1510" y="2241"/>
                  </a:cubicBezTo>
                  <a:cubicBezTo>
                    <a:pt x="1744" y="2191"/>
                    <a:pt x="1615" y="1754"/>
                    <a:pt x="1590" y="1551"/>
                  </a:cubicBezTo>
                  <a:cubicBezTo>
                    <a:pt x="1590" y="1471"/>
                    <a:pt x="1639" y="1397"/>
                    <a:pt x="1695" y="1317"/>
                  </a:cubicBezTo>
                  <a:cubicBezTo>
                    <a:pt x="1793" y="1138"/>
                    <a:pt x="1923" y="959"/>
                    <a:pt x="1898" y="750"/>
                  </a:cubicBezTo>
                  <a:cubicBezTo>
                    <a:pt x="1898" y="473"/>
                    <a:pt x="1769" y="85"/>
                    <a:pt x="1485" y="11"/>
                  </a:cubicBezTo>
                  <a:cubicBezTo>
                    <a:pt x="1461" y="6"/>
                    <a:pt x="1437" y="4"/>
                    <a:pt x="1414" y="4"/>
                  </a:cubicBezTo>
                  <a:cubicBezTo>
                    <a:pt x="1290" y="4"/>
                    <a:pt x="1178" y="64"/>
                    <a:pt x="1048" y="85"/>
                  </a:cubicBezTo>
                  <a:cubicBezTo>
                    <a:pt x="1023" y="91"/>
                    <a:pt x="998" y="94"/>
                    <a:pt x="974" y="94"/>
                  </a:cubicBezTo>
                  <a:cubicBezTo>
                    <a:pt x="827" y="94"/>
                    <a:pt x="688" y="0"/>
                    <a:pt x="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37"/>
            <p:cNvSpPr/>
            <p:nvPr/>
          </p:nvSpPr>
          <p:spPr>
            <a:xfrm>
              <a:off x="4185236" y="3757614"/>
              <a:ext cx="142764" cy="143803"/>
            </a:xfrm>
            <a:custGeom>
              <a:rect b="b" l="l" r="r" t="t"/>
              <a:pathLst>
                <a:path extrusionOk="0" h="3462" w="3437">
                  <a:moveTo>
                    <a:pt x="3308" y="123"/>
                  </a:moveTo>
                  <a:lnTo>
                    <a:pt x="3308" y="3332"/>
                  </a:lnTo>
                  <a:lnTo>
                    <a:pt x="123" y="3332"/>
                  </a:lnTo>
                  <a:lnTo>
                    <a:pt x="123" y="123"/>
                  </a:lnTo>
                  <a:close/>
                  <a:moveTo>
                    <a:pt x="0" y="0"/>
                  </a:moveTo>
                  <a:lnTo>
                    <a:pt x="0" y="3461"/>
                  </a:lnTo>
                  <a:lnTo>
                    <a:pt x="3437" y="3461"/>
                  </a:lnTo>
                  <a:lnTo>
                    <a:pt x="34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7"/>
            <p:cNvSpPr/>
            <p:nvPr/>
          </p:nvSpPr>
          <p:spPr>
            <a:xfrm>
              <a:off x="4212858" y="3607168"/>
              <a:ext cx="87520" cy="80126"/>
            </a:xfrm>
            <a:custGeom>
              <a:rect b="b" l="l" r="r" t="t"/>
              <a:pathLst>
                <a:path extrusionOk="0" h="1929" w="2107">
                  <a:moveTo>
                    <a:pt x="998" y="0"/>
                  </a:moveTo>
                  <a:cubicBezTo>
                    <a:pt x="333" y="0"/>
                    <a:pt x="25" y="154"/>
                    <a:pt x="25" y="179"/>
                  </a:cubicBezTo>
                  <a:lnTo>
                    <a:pt x="0" y="179"/>
                  </a:lnTo>
                  <a:lnTo>
                    <a:pt x="0" y="1897"/>
                  </a:lnTo>
                  <a:lnTo>
                    <a:pt x="130" y="1897"/>
                  </a:lnTo>
                  <a:lnTo>
                    <a:pt x="130" y="259"/>
                  </a:lnTo>
                  <a:cubicBezTo>
                    <a:pt x="204" y="234"/>
                    <a:pt x="487" y="130"/>
                    <a:pt x="998" y="130"/>
                  </a:cubicBezTo>
                  <a:cubicBezTo>
                    <a:pt x="1669" y="130"/>
                    <a:pt x="1922" y="259"/>
                    <a:pt x="1977" y="284"/>
                  </a:cubicBezTo>
                  <a:lnTo>
                    <a:pt x="1977" y="1928"/>
                  </a:lnTo>
                  <a:lnTo>
                    <a:pt x="2107" y="1928"/>
                  </a:lnTo>
                  <a:lnTo>
                    <a:pt x="2107" y="234"/>
                  </a:lnTo>
                  <a:lnTo>
                    <a:pt x="2107" y="204"/>
                  </a:lnTo>
                  <a:cubicBezTo>
                    <a:pt x="2076" y="179"/>
                    <a:pt x="1873" y="0"/>
                    <a:pt x="9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37"/>
            <p:cNvSpPr/>
            <p:nvPr/>
          </p:nvSpPr>
          <p:spPr>
            <a:xfrm>
              <a:off x="4138133" y="3683928"/>
              <a:ext cx="236722" cy="302684"/>
            </a:xfrm>
            <a:custGeom>
              <a:rect b="b" l="l" r="r" t="t"/>
              <a:pathLst>
                <a:path extrusionOk="0" h="7287" w="5699">
                  <a:moveTo>
                    <a:pt x="4392" y="130"/>
                  </a:moveTo>
                  <a:cubicBezTo>
                    <a:pt x="4571" y="130"/>
                    <a:pt x="4725" y="203"/>
                    <a:pt x="4854" y="333"/>
                  </a:cubicBezTo>
                  <a:cubicBezTo>
                    <a:pt x="5008" y="487"/>
                    <a:pt x="5211" y="721"/>
                    <a:pt x="5292" y="973"/>
                  </a:cubicBezTo>
                  <a:cubicBezTo>
                    <a:pt x="5341" y="1232"/>
                    <a:pt x="5316" y="3006"/>
                    <a:pt x="5292" y="4287"/>
                  </a:cubicBezTo>
                  <a:cubicBezTo>
                    <a:pt x="5261" y="5316"/>
                    <a:pt x="5261" y="5901"/>
                    <a:pt x="5292" y="6005"/>
                  </a:cubicBezTo>
                  <a:cubicBezTo>
                    <a:pt x="5292" y="6085"/>
                    <a:pt x="5341" y="6159"/>
                    <a:pt x="5365" y="6264"/>
                  </a:cubicBezTo>
                  <a:cubicBezTo>
                    <a:pt x="5470" y="6443"/>
                    <a:pt x="5544" y="6646"/>
                    <a:pt x="5495" y="6751"/>
                  </a:cubicBezTo>
                  <a:cubicBezTo>
                    <a:pt x="5292" y="7083"/>
                    <a:pt x="4904" y="7133"/>
                    <a:pt x="4645" y="7163"/>
                  </a:cubicBezTo>
                  <a:lnTo>
                    <a:pt x="1054" y="7163"/>
                  </a:lnTo>
                  <a:cubicBezTo>
                    <a:pt x="795" y="7133"/>
                    <a:pt x="413" y="7083"/>
                    <a:pt x="210" y="6751"/>
                  </a:cubicBezTo>
                  <a:cubicBezTo>
                    <a:pt x="155" y="6646"/>
                    <a:pt x="235" y="6443"/>
                    <a:pt x="333" y="6264"/>
                  </a:cubicBezTo>
                  <a:cubicBezTo>
                    <a:pt x="364" y="6159"/>
                    <a:pt x="413" y="6085"/>
                    <a:pt x="413" y="6005"/>
                  </a:cubicBezTo>
                  <a:cubicBezTo>
                    <a:pt x="438" y="5901"/>
                    <a:pt x="438" y="5316"/>
                    <a:pt x="413" y="4287"/>
                  </a:cubicBezTo>
                  <a:cubicBezTo>
                    <a:pt x="389" y="3006"/>
                    <a:pt x="364" y="1232"/>
                    <a:pt x="413" y="973"/>
                  </a:cubicBezTo>
                  <a:cubicBezTo>
                    <a:pt x="487" y="721"/>
                    <a:pt x="697" y="487"/>
                    <a:pt x="851" y="333"/>
                  </a:cubicBezTo>
                  <a:cubicBezTo>
                    <a:pt x="980" y="203"/>
                    <a:pt x="1134" y="130"/>
                    <a:pt x="1313" y="130"/>
                  </a:cubicBezTo>
                  <a:close/>
                  <a:moveTo>
                    <a:pt x="1313" y="0"/>
                  </a:moveTo>
                  <a:cubicBezTo>
                    <a:pt x="1103" y="0"/>
                    <a:pt x="900" y="105"/>
                    <a:pt x="746" y="234"/>
                  </a:cubicBezTo>
                  <a:cubicBezTo>
                    <a:pt x="592" y="388"/>
                    <a:pt x="364" y="641"/>
                    <a:pt x="309" y="924"/>
                  </a:cubicBezTo>
                  <a:cubicBezTo>
                    <a:pt x="235" y="1232"/>
                    <a:pt x="259" y="2926"/>
                    <a:pt x="284" y="4287"/>
                  </a:cubicBezTo>
                  <a:cubicBezTo>
                    <a:pt x="309" y="5081"/>
                    <a:pt x="309" y="5901"/>
                    <a:pt x="309" y="5981"/>
                  </a:cubicBezTo>
                  <a:cubicBezTo>
                    <a:pt x="284" y="6030"/>
                    <a:pt x="259" y="6110"/>
                    <a:pt x="210" y="6209"/>
                  </a:cubicBezTo>
                  <a:cubicBezTo>
                    <a:pt x="106" y="6418"/>
                    <a:pt x="1" y="6646"/>
                    <a:pt x="106" y="6825"/>
                  </a:cubicBezTo>
                  <a:cubicBezTo>
                    <a:pt x="364" y="7237"/>
                    <a:pt x="875" y="7262"/>
                    <a:pt x="1054" y="7286"/>
                  </a:cubicBezTo>
                  <a:lnTo>
                    <a:pt x="4645" y="7286"/>
                  </a:lnTo>
                  <a:cubicBezTo>
                    <a:pt x="4830" y="7262"/>
                    <a:pt x="5341" y="7237"/>
                    <a:pt x="5600" y="6825"/>
                  </a:cubicBezTo>
                  <a:cubicBezTo>
                    <a:pt x="5698" y="6646"/>
                    <a:pt x="5600" y="6418"/>
                    <a:pt x="5495" y="6209"/>
                  </a:cubicBezTo>
                  <a:cubicBezTo>
                    <a:pt x="5446" y="6110"/>
                    <a:pt x="5415" y="6030"/>
                    <a:pt x="5415" y="5981"/>
                  </a:cubicBezTo>
                  <a:cubicBezTo>
                    <a:pt x="5390" y="5901"/>
                    <a:pt x="5390" y="5081"/>
                    <a:pt x="5415" y="4287"/>
                  </a:cubicBezTo>
                  <a:cubicBezTo>
                    <a:pt x="5446" y="2926"/>
                    <a:pt x="5470" y="1232"/>
                    <a:pt x="5390" y="924"/>
                  </a:cubicBezTo>
                  <a:cubicBezTo>
                    <a:pt x="5341" y="641"/>
                    <a:pt x="5107" y="388"/>
                    <a:pt x="4953" y="234"/>
                  </a:cubicBezTo>
                  <a:cubicBezTo>
                    <a:pt x="4799" y="105"/>
                    <a:pt x="4596" y="0"/>
                    <a:pt x="43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3" name="Google Shape;2353;p37"/>
          <p:cNvGrpSpPr/>
          <p:nvPr/>
        </p:nvGrpSpPr>
        <p:grpSpPr>
          <a:xfrm>
            <a:off x="7409233" y="4218841"/>
            <a:ext cx="297892" cy="415961"/>
            <a:chOff x="4872628" y="1304490"/>
            <a:chExt cx="180147" cy="251548"/>
          </a:xfrm>
        </p:grpSpPr>
        <p:sp>
          <p:nvSpPr>
            <p:cNvPr id="2354" name="Google Shape;2354;p37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7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6" name="Google Shape;2356;p37"/>
          <p:cNvGrpSpPr/>
          <p:nvPr/>
        </p:nvGrpSpPr>
        <p:grpSpPr>
          <a:xfrm>
            <a:off x="2002025" y="4059413"/>
            <a:ext cx="271652" cy="377428"/>
            <a:chOff x="6473622" y="258634"/>
            <a:chExt cx="164279" cy="228246"/>
          </a:xfrm>
        </p:grpSpPr>
        <p:sp>
          <p:nvSpPr>
            <p:cNvPr id="2357" name="Google Shape;2357;p37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7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9" name="Google Shape;2359;p37"/>
          <p:cNvGrpSpPr/>
          <p:nvPr/>
        </p:nvGrpSpPr>
        <p:grpSpPr>
          <a:xfrm>
            <a:off x="7881082" y="539426"/>
            <a:ext cx="407031" cy="431553"/>
            <a:chOff x="5639106" y="643680"/>
            <a:chExt cx="246148" cy="260978"/>
          </a:xfrm>
        </p:grpSpPr>
        <p:sp>
          <p:nvSpPr>
            <p:cNvPr id="2360" name="Google Shape;2360;p37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7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2" name="Google Shape;2362;p37"/>
          <p:cNvSpPr/>
          <p:nvPr/>
        </p:nvSpPr>
        <p:spPr>
          <a:xfrm>
            <a:off x="2114422" y="78942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37"/>
          <p:cNvSpPr/>
          <p:nvPr/>
        </p:nvSpPr>
        <p:spPr>
          <a:xfrm>
            <a:off x="8247481" y="386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37"/>
          <p:cNvSpPr txBox="1"/>
          <p:nvPr>
            <p:ph type="title"/>
          </p:nvPr>
        </p:nvSpPr>
        <p:spPr>
          <a:xfrm>
            <a:off x="4727638" y="2571738"/>
            <a:ext cx="4213200" cy="7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rPr>
              <a:t>N</a:t>
            </a:r>
            <a:r>
              <a:rPr lang="en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ano</a:t>
            </a:r>
            <a:r>
              <a:rPr lang="en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rPr>
              <a:t>S</a:t>
            </a:r>
            <a:r>
              <a:rPr lang="en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hine</a:t>
            </a:r>
            <a:endParaRPr>
              <a:solidFill>
                <a:schemeClr val="lt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365" name="Google Shape;2365;p37"/>
          <p:cNvSpPr txBox="1"/>
          <p:nvPr>
            <p:ph idx="1" type="subTitle"/>
          </p:nvPr>
        </p:nvSpPr>
        <p:spPr>
          <a:xfrm>
            <a:off x="4817275" y="3260199"/>
            <a:ext cx="42132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Say goodbye to plaque and caries!      </a:t>
            </a:r>
            <a:endParaRPr i="1" sz="20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366" name="Google Shape;2366;p37"/>
          <p:cNvSpPr txBox="1"/>
          <p:nvPr>
            <p:ph idx="1" type="subTitle"/>
          </p:nvPr>
        </p:nvSpPr>
        <p:spPr>
          <a:xfrm>
            <a:off x="2914813" y="4048487"/>
            <a:ext cx="4213200" cy="399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1C44"/>
                </a:solidFill>
                <a:latin typeface="Exo"/>
                <a:ea typeface="Exo"/>
                <a:cs typeface="Exo"/>
                <a:sym typeface="Exo"/>
              </a:rPr>
              <a:t>Presented By Team 1.1.A</a:t>
            </a:r>
            <a:endParaRPr b="1" sz="1900">
              <a:solidFill>
                <a:srgbClr val="001C44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367" name="Google Shape;2367;p37"/>
          <p:cNvSpPr txBox="1"/>
          <p:nvPr>
            <p:ph idx="1" type="subTitle"/>
          </p:nvPr>
        </p:nvSpPr>
        <p:spPr>
          <a:xfrm>
            <a:off x="2230625" y="4524575"/>
            <a:ext cx="6505800" cy="399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1C44"/>
                </a:solidFill>
                <a:latin typeface="Exo"/>
                <a:ea typeface="Exo"/>
                <a:cs typeface="Exo"/>
                <a:sym typeface="Exo"/>
              </a:rPr>
              <a:t>Alex Weber 		Pranav Kulkarni 		Mandi Wang</a:t>
            </a:r>
            <a:endParaRPr sz="1900">
              <a:solidFill>
                <a:srgbClr val="001C44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1C44"/>
                </a:solidFill>
                <a:latin typeface="Exo"/>
                <a:ea typeface="Exo"/>
                <a:cs typeface="Exo"/>
                <a:sym typeface="Exo"/>
              </a:rPr>
              <a:t>Pranav Karthikeyan 		Mihir Kavishwar </a:t>
            </a:r>
            <a:endParaRPr sz="1900">
              <a:solidFill>
                <a:srgbClr val="001C44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38"/>
          <p:cNvSpPr/>
          <p:nvPr/>
        </p:nvSpPr>
        <p:spPr>
          <a:xfrm>
            <a:off x="3664525" y="2998900"/>
            <a:ext cx="2540100" cy="2144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38"/>
          <p:cNvSpPr txBox="1"/>
          <p:nvPr>
            <p:ph type="title"/>
          </p:nvPr>
        </p:nvSpPr>
        <p:spPr>
          <a:xfrm>
            <a:off x="869275" y="238325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Commercial Application Area</a:t>
            </a:r>
            <a:endParaRPr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374" name="Google Shape;2374;p38"/>
          <p:cNvSpPr txBox="1"/>
          <p:nvPr/>
        </p:nvSpPr>
        <p:spPr>
          <a:xfrm>
            <a:off x="323225" y="795425"/>
            <a:ext cx="609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Dental plaque is a biofilm that consists of a wide variety of microorganisms and their by-products.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Once calcified, their removal is difficult, even with the use of professional dental instruments.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anoparticles must be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routinely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introduced to a biofilm in order to penetrate and disrupt its structural integrity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Our application will deliver the existing nanoparticle technology (developed by AMI) to treat dental biofilms in a way that places no additional burden on the patient.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5" name="Google Shape;2375;p38"/>
          <p:cNvSpPr txBox="1"/>
          <p:nvPr/>
        </p:nvSpPr>
        <p:spPr>
          <a:xfrm>
            <a:off x="908150" y="2979550"/>
            <a:ext cx="2540100" cy="40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Current Treatment Options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6" name="Google Shape;2376;p38"/>
          <p:cNvSpPr txBox="1"/>
          <p:nvPr/>
        </p:nvSpPr>
        <p:spPr>
          <a:xfrm>
            <a:off x="3664525" y="2979550"/>
            <a:ext cx="25401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Applications </a:t>
            </a:r>
            <a:r>
              <a:rPr b="1"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Considered 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7" name="Google Shape;2377;p38"/>
          <p:cNvSpPr txBox="1"/>
          <p:nvPr/>
        </p:nvSpPr>
        <p:spPr>
          <a:xfrm>
            <a:off x="6414975" y="2979550"/>
            <a:ext cx="2540100" cy="4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Recommended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8" name="Google Shape;2378;p38"/>
          <p:cNvSpPr/>
          <p:nvPr/>
        </p:nvSpPr>
        <p:spPr>
          <a:xfrm>
            <a:off x="914075" y="2998900"/>
            <a:ext cx="2540100" cy="214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38"/>
          <p:cNvSpPr/>
          <p:nvPr/>
        </p:nvSpPr>
        <p:spPr>
          <a:xfrm>
            <a:off x="6414975" y="2998900"/>
            <a:ext cx="2540100" cy="2144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0" name="Google Shape;23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075" y="4198225"/>
            <a:ext cx="1416353" cy="9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1" name="Google Shape;238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1191" y="3379750"/>
            <a:ext cx="1512984" cy="8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2" name="Google Shape;238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6393" y="4198218"/>
            <a:ext cx="945375" cy="9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3" name="Google Shape;238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6525" y="3379750"/>
            <a:ext cx="818475" cy="8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4" name="Google Shape;2384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34800" y="3999275"/>
            <a:ext cx="1080199" cy="108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5" name="Google Shape;2385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3250" y="3425050"/>
            <a:ext cx="1185975" cy="7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80200" y="4149575"/>
            <a:ext cx="1080201" cy="90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7" name="Google Shape;2387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5254650" y="3576623"/>
            <a:ext cx="818474" cy="1080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8" name="Google Shape;2388;p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843676" y="3415550"/>
            <a:ext cx="1674050" cy="16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9" name="Google Shape;2389;p3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50275" y="1002650"/>
            <a:ext cx="25401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39"/>
          <p:cNvSpPr/>
          <p:nvPr/>
        </p:nvSpPr>
        <p:spPr>
          <a:xfrm>
            <a:off x="7070225" y="1286725"/>
            <a:ext cx="2069700" cy="3856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9"/>
          <p:cNvSpPr/>
          <p:nvPr/>
        </p:nvSpPr>
        <p:spPr>
          <a:xfrm>
            <a:off x="3296425" y="1286725"/>
            <a:ext cx="1901400" cy="3856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39"/>
          <p:cNvSpPr/>
          <p:nvPr/>
        </p:nvSpPr>
        <p:spPr>
          <a:xfrm>
            <a:off x="0" y="1014100"/>
            <a:ext cx="9144000" cy="1254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39"/>
          <p:cNvSpPr txBox="1"/>
          <p:nvPr>
            <p:ph type="title"/>
          </p:nvPr>
        </p:nvSpPr>
        <p:spPr>
          <a:xfrm>
            <a:off x="720000" y="159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xo"/>
                <a:ea typeface="Exo"/>
                <a:cs typeface="Exo"/>
                <a:sym typeface="Exo"/>
              </a:rPr>
              <a:t>Target Customer</a:t>
            </a:r>
            <a:endParaRPr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398" name="Google Shape;2398;p39"/>
          <p:cNvSpPr txBox="1"/>
          <p:nvPr/>
        </p:nvSpPr>
        <p:spPr>
          <a:xfrm>
            <a:off x="5168900" y="2362900"/>
            <a:ext cx="179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North America holds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majority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market share in the water flosser market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99" name="Google Shape;2399;p39"/>
          <p:cNvPicPr preferRelativeResize="0"/>
          <p:nvPr/>
        </p:nvPicPr>
        <p:blipFill rotWithShape="1">
          <a:blip r:embed="rId3">
            <a:alphaModFix/>
          </a:blip>
          <a:srcRect b="0" l="16310" r="0" t="0"/>
          <a:stretch/>
        </p:blipFill>
        <p:spPr>
          <a:xfrm>
            <a:off x="0" y="848538"/>
            <a:ext cx="1901375" cy="151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400" name="Google Shape;2400;p39"/>
          <p:cNvSpPr txBox="1"/>
          <p:nvPr/>
        </p:nvSpPr>
        <p:spPr>
          <a:xfrm>
            <a:off x="2086075" y="1734600"/>
            <a:ext cx="13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Demographic 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1" name="Google Shape;2401;p39"/>
          <p:cNvSpPr txBox="1"/>
          <p:nvPr/>
        </p:nvSpPr>
        <p:spPr>
          <a:xfrm>
            <a:off x="3663375" y="1734600"/>
            <a:ext cx="16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Socioeconomic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2" name="Google Shape;2402;p39"/>
          <p:cNvSpPr txBox="1"/>
          <p:nvPr/>
        </p:nvSpPr>
        <p:spPr>
          <a:xfrm>
            <a:off x="5549100" y="1734600"/>
            <a:ext cx="13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Geographic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3" name="Google Shape;2403;p39"/>
          <p:cNvSpPr txBox="1"/>
          <p:nvPr/>
        </p:nvSpPr>
        <p:spPr>
          <a:xfrm>
            <a:off x="7238525" y="1734600"/>
            <a:ext cx="147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Psychographic 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4" name="Google Shape;2404;p39"/>
          <p:cNvSpPr txBox="1"/>
          <p:nvPr/>
        </p:nvSpPr>
        <p:spPr>
          <a:xfrm>
            <a:off x="1241700" y="2439100"/>
            <a:ext cx="2069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Broad; customers are more clearly defined by psychographic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factors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Targeting all genders, ages, and races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5" name="Google Shape;2405;p39"/>
          <p:cNvSpPr txBox="1"/>
          <p:nvPr/>
        </p:nvSpPr>
        <p:spPr>
          <a:xfrm>
            <a:off x="3171000" y="2407600"/>
            <a:ext cx="2192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Patients who are highly educated (undergraduate and beyond)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Patients with high disposable income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Patients with access to quality dental care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6" name="Google Shape;2406;p39"/>
          <p:cNvSpPr txBox="1"/>
          <p:nvPr/>
        </p:nvSpPr>
        <p:spPr>
          <a:xfrm>
            <a:off x="6958925" y="2362900"/>
            <a:ext cx="1901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Fears aging/ tooth decay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Follows habits taught by family of origin, OR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Avoiding patterns learned in family of origin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Fear over facts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07" name="Google Shape;240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9921" y="1199350"/>
            <a:ext cx="581433" cy="5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8" name="Google Shape;240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6225" y="1257725"/>
            <a:ext cx="581425" cy="5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9" name="Google Shape;240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2625" y="1257725"/>
            <a:ext cx="581425" cy="5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0" name="Google Shape;2410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44113" y="1209038"/>
            <a:ext cx="581425" cy="5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40"/>
          <p:cNvSpPr txBox="1"/>
          <p:nvPr>
            <p:ph type="title"/>
          </p:nvPr>
        </p:nvSpPr>
        <p:spPr>
          <a:xfrm>
            <a:off x="872400" y="66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xo"/>
                <a:ea typeface="Exo"/>
                <a:cs typeface="Exo"/>
                <a:sym typeface="Exo"/>
              </a:rPr>
              <a:t>Patient Journey</a:t>
            </a:r>
            <a:endParaRPr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416" name="Google Shape;241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38" y="671175"/>
            <a:ext cx="8696123" cy="43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41"/>
          <p:cNvSpPr/>
          <p:nvPr/>
        </p:nvSpPr>
        <p:spPr>
          <a:xfrm>
            <a:off x="0" y="3603850"/>
            <a:ext cx="9070500" cy="153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41"/>
          <p:cNvSpPr txBox="1"/>
          <p:nvPr>
            <p:ph idx="4294967295" type="subTitle"/>
          </p:nvPr>
        </p:nvSpPr>
        <p:spPr>
          <a:xfrm>
            <a:off x="796325" y="1919118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In-person interviews of our friends, family, and professors.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3" name="Google Shape;2423;p41"/>
          <p:cNvSpPr txBox="1"/>
          <p:nvPr>
            <p:ph idx="4294967295" type="subTitle"/>
          </p:nvPr>
        </p:nvSpPr>
        <p:spPr>
          <a:xfrm>
            <a:off x="6477575" y="1413656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dentists.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4" name="Google Shape;2424;p41"/>
          <p:cNvSpPr txBox="1"/>
          <p:nvPr>
            <p:ph idx="4294967295" type="subTitle"/>
          </p:nvPr>
        </p:nvSpPr>
        <p:spPr>
          <a:xfrm>
            <a:off x="6477575" y="2812994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people in the JFF hallway including students and guards.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5" name="Google Shape;2425;p41"/>
          <p:cNvSpPr txBox="1"/>
          <p:nvPr>
            <p:ph idx="4294967295" type="subTitle"/>
          </p:nvPr>
        </p:nvSpPr>
        <p:spPr>
          <a:xfrm>
            <a:off x="226025" y="1519838"/>
            <a:ext cx="25929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In-person friends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6" name="Google Shape;2426;p41"/>
          <p:cNvSpPr txBox="1"/>
          <p:nvPr>
            <p:ph idx="4294967295" type="subTitle"/>
          </p:nvPr>
        </p:nvSpPr>
        <p:spPr>
          <a:xfrm>
            <a:off x="6477597" y="1014386"/>
            <a:ext cx="20226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Dentists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7" name="Google Shape;2427;p41"/>
          <p:cNvSpPr txBox="1"/>
          <p:nvPr>
            <p:ph idx="4294967295" type="subTitle"/>
          </p:nvPr>
        </p:nvSpPr>
        <p:spPr>
          <a:xfrm>
            <a:off x="3489053" y="1762222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Interviews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8" name="Google Shape;2428;p41"/>
          <p:cNvSpPr txBox="1"/>
          <p:nvPr>
            <p:ph idx="4294967295" type="subTitle"/>
          </p:nvPr>
        </p:nvSpPr>
        <p:spPr>
          <a:xfrm>
            <a:off x="6477601" y="2485275"/>
            <a:ext cx="25929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In-person random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29" name="Google Shape;2429;p41"/>
          <p:cNvCxnSpPr>
            <a:stCxn id="2427" idx="3"/>
            <a:endCxn id="2426" idx="1"/>
          </p:cNvCxnSpPr>
          <p:nvPr/>
        </p:nvCxnSpPr>
        <p:spPr>
          <a:xfrm flipH="1" rot="10800000">
            <a:off x="5807453" y="1253122"/>
            <a:ext cx="670200" cy="7479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0" name="Google Shape;2430;p41"/>
          <p:cNvCxnSpPr>
            <a:stCxn id="2427" idx="3"/>
            <a:endCxn id="2428" idx="1"/>
          </p:cNvCxnSpPr>
          <p:nvPr/>
        </p:nvCxnSpPr>
        <p:spPr>
          <a:xfrm>
            <a:off x="5807453" y="2001022"/>
            <a:ext cx="670200" cy="7230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1" name="Google Shape;2431;p41"/>
          <p:cNvSpPr txBox="1"/>
          <p:nvPr/>
        </p:nvSpPr>
        <p:spPr>
          <a:xfrm>
            <a:off x="3789800" y="1426975"/>
            <a:ext cx="17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42 data points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2" name="Google Shape;2432;p41"/>
          <p:cNvSpPr txBox="1"/>
          <p:nvPr>
            <p:ph type="title"/>
          </p:nvPr>
        </p:nvSpPr>
        <p:spPr>
          <a:xfrm>
            <a:off x="720000" y="2352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xo"/>
                <a:ea typeface="Exo"/>
                <a:cs typeface="Exo"/>
                <a:sym typeface="Exo"/>
              </a:rPr>
              <a:t>Interview Findings</a:t>
            </a:r>
            <a:endParaRPr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33" name="Google Shape;2433;p41"/>
          <p:cNvSpPr/>
          <p:nvPr/>
        </p:nvSpPr>
        <p:spPr>
          <a:xfrm>
            <a:off x="4423725" y="2406575"/>
            <a:ext cx="495300" cy="103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41"/>
          <p:cNvSpPr txBox="1"/>
          <p:nvPr/>
        </p:nvSpPr>
        <p:spPr>
          <a:xfrm>
            <a:off x="25950" y="4137250"/>
            <a:ext cx="207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Dentists, hygienists, and family of origin educate on dental health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5" name="Google Shape;2435;p41"/>
          <p:cNvSpPr txBox="1"/>
          <p:nvPr/>
        </p:nvSpPr>
        <p:spPr>
          <a:xfrm>
            <a:off x="1734750" y="4111875"/>
            <a:ext cx="202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Patients are interested in improving their health &amp; minimizing shame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6" name="Google Shape;2436;p41"/>
          <p:cNvSpPr txBox="1"/>
          <p:nvPr/>
        </p:nvSpPr>
        <p:spPr>
          <a:xfrm>
            <a:off x="3735300" y="4077100"/>
            <a:ext cx="202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Patients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need proof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that solutions actually work before commiting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7" name="Google Shape;2437;p41"/>
          <p:cNvSpPr txBox="1"/>
          <p:nvPr/>
        </p:nvSpPr>
        <p:spPr>
          <a:xfrm>
            <a:off x="5580425" y="4102400"/>
            <a:ext cx="174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Patients prioritize appearance of teeth over health of teeth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8" name="Google Shape;2438;p41"/>
          <p:cNvSpPr txBox="1"/>
          <p:nvPr/>
        </p:nvSpPr>
        <p:spPr>
          <a:xfrm>
            <a:off x="7387950" y="4077100"/>
            <a:ext cx="174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Patients think that they already have effective oral hygiene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9" name="Google Shape;2439;p41"/>
          <p:cNvSpPr/>
          <p:nvPr/>
        </p:nvSpPr>
        <p:spPr>
          <a:xfrm>
            <a:off x="527850" y="353515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41"/>
          <p:cNvSpPr/>
          <p:nvPr/>
        </p:nvSpPr>
        <p:spPr>
          <a:xfrm>
            <a:off x="2492650" y="352850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41"/>
          <p:cNvSpPr/>
          <p:nvPr/>
        </p:nvSpPr>
        <p:spPr>
          <a:xfrm>
            <a:off x="4266150" y="352850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41"/>
          <p:cNvSpPr/>
          <p:nvPr/>
        </p:nvSpPr>
        <p:spPr>
          <a:xfrm>
            <a:off x="6028600" y="357150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41"/>
          <p:cNvSpPr/>
          <p:nvPr/>
        </p:nvSpPr>
        <p:spPr>
          <a:xfrm>
            <a:off x="7739425" y="354760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41"/>
          <p:cNvSpPr txBox="1"/>
          <p:nvPr>
            <p:ph type="title"/>
          </p:nvPr>
        </p:nvSpPr>
        <p:spPr>
          <a:xfrm>
            <a:off x="702750" y="3564000"/>
            <a:ext cx="342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1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45" name="Google Shape;2445;p41"/>
          <p:cNvSpPr txBox="1"/>
          <p:nvPr>
            <p:ph type="title"/>
          </p:nvPr>
        </p:nvSpPr>
        <p:spPr>
          <a:xfrm>
            <a:off x="2628650" y="3564000"/>
            <a:ext cx="342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2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46" name="Google Shape;2446;p41"/>
          <p:cNvSpPr txBox="1"/>
          <p:nvPr>
            <p:ph type="title"/>
          </p:nvPr>
        </p:nvSpPr>
        <p:spPr>
          <a:xfrm>
            <a:off x="4402150" y="3564000"/>
            <a:ext cx="4953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3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47" name="Google Shape;2447;p41"/>
          <p:cNvSpPr txBox="1"/>
          <p:nvPr>
            <p:ph type="title"/>
          </p:nvPr>
        </p:nvSpPr>
        <p:spPr>
          <a:xfrm>
            <a:off x="6126500" y="3603850"/>
            <a:ext cx="4953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4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48" name="Google Shape;2448;p41"/>
          <p:cNvSpPr txBox="1"/>
          <p:nvPr>
            <p:ph type="title"/>
          </p:nvPr>
        </p:nvSpPr>
        <p:spPr>
          <a:xfrm>
            <a:off x="7852050" y="3623800"/>
            <a:ext cx="4953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5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cxnSp>
        <p:nvCxnSpPr>
          <p:cNvPr id="2449" name="Google Shape;2449;p41"/>
          <p:cNvCxnSpPr>
            <a:stCxn id="2427" idx="1"/>
          </p:cNvCxnSpPr>
          <p:nvPr/>
        </p:nvCxnSpPr>
        <p:spPr>
          <a:xfrm flipH="1">
            <a:off x="2929253" y="2001022"/>
            <a:ext cx="559800" cy="57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42"/>
          <p:cNvSpPr txBox="1"/>
          <p:nvPr>
            <p:ph type="title"/>
          </p:nvPr>
        </p:nvSpPr>
        <p:spPr>
          <a:xfrm>
            <a:off x="956250" y="-521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xo"/>
                <a:ea typeface="Exo"/>
                <a:cs typeface="Exo"/>
                <a:sym typeface="Exo"/>
              </a:rPr>
              <a:t>Hypothesis Testing &amp; Market Entry</a:t>
            </a:r>
            <a:endParaRPr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455" name="Google Shape;24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8100" y="4064673"/>
            <a:ext cx="1535150" cy="1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6" name="Google Shape;2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246" y="4064667"/>
            <a:ext cx="1464546" cy="1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7" name="Google Shape;245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1450" y="4064663"/>
            <a:ext cx="1535150" cy="1013210"/>
          </a:xfrm>
          <a:prstGeom prst="rect">
            <a:avLst/>
          </a:prstGeom>
          <a:noFill/>
          <a:ln>
            <a:noFill/>
          </a:ln>
        </p:spPr>
      </p:pic>
      <p:sp>
        <p:nvSpPr>
          <p:cNvPr id="2458" name="Google Shape;2458;p42"/>
          <p:cNvSpPr txBox="1"/>
          <p:nvPr/>
        </p:nvSpPr>
        <p:spPr>
          <a:xfrm>
            <a:off x="388650" y="3912275"/>
            <a:ext cx="13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PRIMARY: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9" name="Google Shape;2459;p42"/>
          <p:cNvSpPr txBox="1"/>
          <p:nvPr/>
        </p:nvSpPr>
        <p:spPr>
          <a:xfrm>
            <a:off x="5192250" y="3912275"/>
            <a:ext cx="13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SECONDARY: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60" name="Google Shape;2460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577900"/>
            <a:ext cx="8822702" cy="333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5" name="Google Shape;2465;p43"/>
          <p:cNvPicPr preferRelativeResize="0"/>
          <p:nvPr/>
        </p:nvPicPr>
        <p:blipFill rotWithShape="1">
          <a:blip r:embed="rId3">
            <a:alphaModFix amt="48000"/>
          </a:blip>
          <a:srcRect b="6200" l="0" r="0" t="0"/>
          <a:stretch/>
        </p:blipFill>
        <p:spPr>
          <a:xfrm>
            <a:off x="0" y="0"/>
            <a:ext cx="9144000" cy="7190104"/>
          </a:xfrm>
          <a:prstGeom prst="rect">
            <a:avLst/>
          </a:prstGeom>
          <a:noFill/>
          <a:ln>
            <a:noFill/>
          </a:ln>
        </p:spPr>
      </p:pic>
      <p:sp>
        <p:nvSpPr>
          <p:cNvPr id="2466" name="Google Shape;2466;p43"/>
          <p:cNvSpPr txBox="1"/>
          <p:nvPr>
            <p:ph idx="4294967295" type="title"/>
          </p:nvPr>
        </p:nvSpPr>
        <p:spPr>
          <a:xfrm>
            <a:off x="914138" y="1493163"/>
            <a:ext cx="42132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rPr>
              <a:t>T</a:t>
            </a:r>
            <a:r>
              <a:rPr lang="en" sz="7100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hank </a:t>
            </a:r>
            <a:r>
              <a:rPr lang="en" sz="71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rPr>
              <a:t>Y</a:t>
            </a:r>
            <a:r>
              <a:rPr lang="en" sz="7100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ou</a:t>
            </a:r>
            <a:endParaRPr sz="7100">
              <a:solidFill>
                <a:schemeClr val="lt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2467" name="Google Shape;2467;p43"/>
          <p:cNvGrpSpPr/>
          <p:nvPr/>
        </p:nvGrpSpPr>
        <p:grpSpPr>
          <a:xfrm>
            <a:off x="4239754" y="2712438"/>
            <a:ext cx="648927" cy="947965"/>
            <a:chOff x="4138133" y="3607168"/>
            <a:chExt cx="236722" cy="379444"/>
          </a:xfrm>
        </p:grpSpPr>
        <p:sp>
          <p:nvSpPr>
            <p:cNvPr id="2468" name="Google Shape;2468;p43"/>
            <p:cNvSpPr/>
            <p:nvPr/>
          </p:nvSpPr>
          <p:spPr>
            <a:xfrm>
              <a:off x="4217177" y="3782744"/>
              <a:ext cx="79877" cy="93501"/>
            </a:xfrm>
            <a:custGeom>
              <a:rect b="b" l="l" r="r" t="t"/>
              <a:pathLst>
                <a:path extrusionOk="0" h="2251" w="1923">
                  <a:moveTo>
                    <a:pt x="1379" y="128"/>
                  </a:moveTo>
                  <a:cubicBezTo>
                    <a:pt x="1399" y="128"/>
                    <a:pt x="1418" y="130"/>
                    <a:pt x="1436" y="134"/>
                  </a:cubicBezTo>
                  <a:cubicBezTo>
                    <a:pt x="1664" y="239"/>
                    <a:pt x="1793" y="547"/>
                    <a:pt x="1769" y="781"/>
                  </a:cubicBezTo>
                  <a:cubicBezTo>
                    <a:pt x="1793" y="1033"/>
                    <a:pt x="1590" y="1212"/>
                    <a:pt x="1485" y="1446"/>
                  </a:cubicBezTo>
                  <a:cubicBezTo>
                    <a:pt x="1461" y="1575"/>
                    <a:pt x="1541" y="1674"/>
                    <a:pt x="1541" y="1803"/>
                  </a:cubicBezTo>
                  <a:cubicBezTo>
                    <a:pt x="1549" y="2023"/>
                    <a:pt x="1515" y="2104"/>
                    <a:pt x="1462" y="2104"/>
                  </a:cubicBezTo>
                  <a:cubicBezTo>
                    <a:pt x="1346" y="2104"/>
                    <a:pt x="1137" y="1724"/>
                    <a:pt x="1048" y="1551"/>
                  </a:cubicBezTo>
                  <a:cubicBezTo>
                    <a:pt x="1024" y="1524"/>
                    <a:pt x="1002" y="1512"/>
                    <a:pt x="979" y="1512"/>
                  </a:cubicBezTo>
                  <a:cubicBezTo>
                    <a:pt x="819" y="1512"/>
                    <a:pt x="685" y="2120"/>
                    <a:pt x="521" y="2120"/>
                  </a:cubicBezTo>
                  <a:cubicBezTo>
                    <a:pt x="510" y="2120"/>
                    <a:pt x="499" y="2117"/>
                    <a:pt x="488" y="2111"/>
                  </a:cubicBezTo>
                  <a:cubicBezTo>
                    <a:pt x="408" y="2087"/>
                    <a:pt x="488" y="1649"/>
                    <a:pt x="463" y="1421"/>
                  </a:cubicBezTo>
                  <a:cubicBezTo>
                    <a:pt x="254" y="1113"/>
                    <a:pt x="1" y="701"/>
                    <a:pt x="229" y="344"/>
                  </a:cubicBezTo>
                  <a:cubicBezTo>
                    <a:pt x="338" y="176"/>
                    <a:pt x="438" y="129"/>
                    <a:pt x="541" y="129"/>
                  </a:cubicBezTo>
                  <a:cubicBezTo>
                    <a:pt x="674" y="129"/>
                    <a:pt x="811" y="207"/>
                    <a:pt x="975" y="207"/>
                  </a:cubicBezTo>
                  <a:cubicBezTo>
                    <a:pt x="1016" y="207"/>
                    <a:pt x="1059" y="202"/>
                    <a:pt x="1103" y="190"/>
                  </a:cubicBezTo>
                  <a:cubicBezTo>
                    <a:pt x="1185" y="169"/>
                    <a:pt x="1287" y="128"/>
                    <a:pt x="1379" y="128"/>
                  </a:cubicBezTo>
                  <a:close/>
                  <a:moveTo>
                    <a:pt x="525" y="0"/>
                  </a:moveTo>
                  <a:cubicBezTo>
                    <a:pt x="495" y="0"/>
                    <a:pt x="464" y="3"/>
                    <a:pt x="432" y="11"/>
                  </a:cubicBezTo>
                  <a:cubicBezTo>
                    <a:pt x="180" y="85"/>
                    <a:pt x="1" y="417"/>
                    <a:pt x="1" y="676"/>
                  </a:cubicBezTo>
                  <a:cubicBezTo>
                    <a:pt x="1" y="1009"/>
                    <a:pt x="229" y="1292"/>
                    <a:pt x="309" y="1495"/>
                  </a:cubicBezTo>
                  <a:cubicBezTo>
                    <a:pt x="383" y="1674"/>
                    <a:pt x="254" y="2167"/>
                    <a:pt x="432" y="2241"/>
                  </a:cubicBezTo>
                  <a:cubicBezTo>
                    <a:pt x="449" y="2247"/>
                    <a:pt x="467" y="2250"/>
                    <a:pt x="484" y="2250"/>
                  </a:cubicBezTo>
                  <a:cubicBezTo>
                    <a:pt x="595" y="2250"/>
                    <a:pt x="702" y="2126"/>
                    <a:pt x="771" y="2062"/>
                  </a:cubicBezTo>
                  <a:cubicBezTo>
                    <a:pt x="845" y="1933"/>
                    <a:pt x="894" y="1779"/>
                    <a:pt x="950" y="1649"/>
                  </a:cubicBezTo>
                  <a:cubicBezTo>
                    <a:pt x="1020" y="1773"/>
                    <a:pt x="1214" y="2244"/>
                    <a:pt x="1472" y="2244"/>
                  </a:cubicBezTo>
                  <a:cubicBezTo>
                    <a:pt x="1485" y="2244"/>
                    <a:pt x="1497" y="2243"/>
                    <a:pt x="1510" y="2241"/>
                  </a:cubicBezTo>
                  <a:cubicBezTo>
                    <a:pt x="1744" y="2191"/>
                    <a:pt x="1615" y="1754"/>
                    <a:pt x="1590" y="1551"/>
                  </a:cubicBezTo>
                  <a:cubicBezTo>
                    <a:pt x="1590" y="1471"/>
                    <a:pt x="1639" y="1397"/>
                    <a:pt x="1695" y="1317"/>
                  </a:cubicBezTo>
                  <a:cubicBezTo>
                    <a:pt x="1793" y="1138"/>
                    <a:pt x="1923" y="959"/>
                    <a:pt x="1898" y="750"/>
                  </a:cubicBezTo>
                  <a:cubicBezTo>
                    <a:pt x="1898" y="473"/>
                    <a:pt x="1769" y="85"/>
                    <a:pt x="1485" y="11"/>
                  </a:cubicBezTo>
                  <a:cubicBezTo>
                    <a:pt x="1461" y="6"/>
                    <a:pt x="1437" y="4"/>
                    <a:pt x="1414" y="4"/>
                  </a:cubicBezTo>
                  <a:cubicBezTo>
                    <a:pt x="1290" y="4"/>
                    <a:pt x="1178" y="64"/>
                    <a:pt x="1048" y="85"/>
                  </a:cubicBezTo>
                  <a:cubicBezTo>
                    <a:pt x="1023" y="91"/>
                    <a:pt x="998" y="94"/>
                    <a:pt x="974" y="94"/>
                  </a:cubicBezTo>
                  <a:cubicBezTo>
                    <a:pt x="827" y="94"/>
                    <a:pt x="688" y="0"/>
                    <a:pt x="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43"/>
            <p:cNvSpPr/>
            <p:nvPr/>
          </p:nvSpPr>
          <p:spPr>
            <a:xfrm>
              <a:off x="4185236" y="3757614"/>
              <a:ext cx="142764" cy="143803"/>
            </a:xfrm>
            <a:custGeom>
              <a:rect b="b" l="l" r="r" t="t"/>
              <a:pathLst>
                <a:path extrusionOk="0" h="3462" w="3437">
                  <a:moveTo>
                    <a:pt x="3308" y="123"/>
                  </a:moveTo>
                  <a:lnTo>
                    <a:pt x="3308" y="3332"/>
                  </a:lnTo>
                  <a:lnTo>
                    <a:pt x="123" y="3332"/>
                  </a:lnTo>
                  <a:lnTo>
                    <a:pt x="123" y="123"/>
                  </a:lnTo>
                  <a:close/>
                  <a:moveTo>
                    <a:pt x="0" y="0"/>
                  </a:moveTo>
                  <a:lnTo>
                    <a:pt x="0" y="3461"/>
                  </a:lnTo>
                  <a:lnTo>
                    <a:pt x="3437" y="3461"/>
                  </a:lnTo>
                  <a:lnTo>
                    <a:pt x="34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43"/>
            <p:cNvSpPr/>
            <p:nvPr/>
          </p:nvSpPr>
          <p:spPr>
            <a:xfrm>
              <a:off x="4212858" y="3607168"/>
              <a:ext cx="87520" cy="80126"/>
            </a:xfrm>
            <a:custGeom>
              <a:rect b="b" l="l" r="r" t="t"/>
              <a:pathLst>
                <a:path extrusionOk="0" h="1929" w="2107">
                  <a:moveTo>
                    <a:pt x="998" y="0"/>
                  </a:moveTo>
                  <a:cubicBezTo>
                    <a:pt x="333" y="0"/>
                    <a:pt x="25" y="154"/>
                    <a:pt x="25" y="179"/>
                  </a:cubicBezTo>
                  <a:lnTo>
                    <a:pt x="0" y="179"/>
                  </a:lnTo>
                  <a:lnTo>
                    <a:pt x="0" y="1897"/>
                  </a:lnTo>
                  <a:lnTo>
                    <a:pt x="130" y="1897"/>
                  </a:lnTo>
                  <a:lnTo>
                    <a:pt x="130" y="259"/>
                  </a:lnTo>
                  <a:cubicBezTo>
                    <a:pt x="204" y="234"/>
                    <a:pt x="487" y="130"/>
                    <a:pt x="998" y="130"/>
                  </a:cubicBezTo>
                  <a:cubicBezTo>
                    <a:pt x="1669" y="130"/>
                    <a:pt x="1922" y="259"/>
                    <a:pt x="1977" y="284"/>
                  </a:cubicBezTo>
                  <a:lnTo>
                    <a:pt x="1977" y="1928"/>
                  </a:lnTo>
                  <a:lnTo>
                    <a:pt x="2107" y="1928"/>
                  </a:lnTo>
                  <a:lnTo>
                    <a:pt x="2107" y="234"/>
                  </a:lnTo>
                  <a:lnTo>
                    <a:pt x="2107" y="204"/>
                  </a:lnTo>
                  <a:cubicBezTo>
                    <a:pt x="2076" y="179"/>
                    <a:pt x="1873" y="0"/>
                    <a:pt x="9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43"/>
            <p:cNvSpPr/>
            <p:nvPr/>
          </p:nvSpPr>
          <p:spPr>
            <a:xfrm>
              <a:off x="4138133" y="3683928"/>
              <a:ext cx="236722" cy="302684"/>
            </a:xfrm>
            <a:custGeom>
              <a:rect b="b" l="l" r="r" t="t"/>
              <a:pathLst>
                <a:path extrusionOk="0" h="7287" w="5699">
                  <a:moveTo>
                    <a:pt x="4392" y="130"/>
                  </a:moveTo>
                  <a:cubicBezTo>
                    <a:pt x="4571" y="130"/>
                    <a:pt x="4725" y="203"/>
                    <a:pt x="4854" y="333"/>
                  </a:cubicBezTo>
                  <a:cubicBezTo>
                    <a:pt x="5008" y="487"/>
                    <a:pt x="5211" y="721"/>
                    <a:pt x="5292" y="973"/>
                  </a:cubicBezTo>
                  <a:cubicBezTo>
                    <a:pt x="5341" y="1232"/>
                    <a:pt x="5316" y="3006"/>
                    <a:pt x="5292" y="4287"/>
                  </a:cubicBezTo>
                  <a:cubicBezTo>
                    <a:pt x="5261" y="5316"/>
                    <a:pt x="5261" y="5901"/>
                    <a:pt x="5292" y="6005"/>
                  </a:cubicBezTo>
                  <a:cubicBezTo>
                    <a:pt x="5292" y="6085"/>
                    <a:pt x="5341" y="6159"/>
                    <a:pt x="5365" y="6264"/>
                  </a:cubicBezTo>
                  <a:cubicBezTo>
                    <a:pt x="5470" y="6443"/>
                    <a:pt x="5544" y="6646"/>
                    <a:pt x="5495" y="6751"/>
                  </a:cubicBezTo>
                  <a:cubicBezTo>
                    <a:pt x="5292" y="7083"/>
                    <a:pt x="4904" y="7133"/>
                    <a:pt x="4645" y="7163"/>
                  </a:cubicBezTo>
                  <a:lnTo>
                    <a:pt x="1054" y="7163"/>
                  </a:lnTo>
                  <a:cubicBezTo>
                    <a:pt x="795" y="7133"/>
                    <a:pt x="413" y="7083"/>
                    <a:pt x="210" y="6751"/>
                  </a:cubicBezTo>
                  <a:cubicBezTo>
                    <a:pt x="155" y="6646"/>
                    <a:pt x="235" y="6443"/>
                    <a:pt x="333" y="6264"/>
                  </a:cubicBezTo>
                  <a:cubicBezTo>
                    <a:pt x="364" y="6159"/>
                    <a:pt x="413" y="6085"/>
                    <a:pt x="413" y="6005"/>
                  </a:cubicBezTo>
                  <a:cubicBezTo>
                    <a:pt x="438" y="5901"/>
                    <a:pt x="438" y="5316"/>
                    <a:pt x="413" y="4287"/>
                  </a:cubicBezTo>
                  <a:cubicBezTo>
                    <a:pt x="389" y="3006"/>
                    <a:pt x="364" y="1232"/>
                    <a:pt x="413" y="973"/>
                  </a:cubicBezTo>
                  <a:cubicBezTo>
                    <a:pt x="487" y="721"/>
                    <a:pt x="697" y="487"/>
                    <a:pt x="851" y="333"/>
                  </a:cubicBezTo>
                  <a:cubicBezTo>
                    <a:pt x="980" y="203"/>
                    <a:pt x="1134" y="130"/>
                    <a:pt x="1313" y="130"/>
                  </a:cubicBezTo>
                  <a:close/>
                  <a:moveTo>
                    <a:pt x="1313" y="0"/>
                  </a:moveTo>
                  <a:cubicBezTo>
                    <a:pt x="1103" y="0"/>
                    <a:pt x="900" y="105"/>
                    <a:pt x="746" y="234"/>
                  </a:cubicBezTo>
                  <a:cubicBezTo>
                    <a:pt x="592" y="388"/>
                    <a:pt x="364" y="641"/>
                    <a:pt x="309" y="924"/>
                  </a:cubicBezTo>
                  <a:cubicBezTo>
                    <a:pt x="235" y="1232"/>
                    <a:pt x="259" y="2926"/>
                    <a:pt x="284" y="4287"/>
                  </a:cubicBezTo>
                  <a:cubicBezTo>
                    <a:pt x="309" y="5081"/>
                    <a:pt x="309" y="5901"/>
                    <a:pt x="309" y="5981"/>
                  </a:cubicBezTo>
                  <a:cubicBezTo>
                    <a:pt x="284" y="6030"/>
                    <a:pt x="259" y="6110"/>
                    <a:pt x="210" y="6209"/>
                  </a:cubicBezTo>
                  <a:cubicBezTo>
                    <a:pt x="106" y="6418"/>
                    <a:pt x="1" y="6646"/>
                    <a:pt x="106" y="6825"/>
                  </a:cubicBezTo>
                  <a:cubicBezTo>
                    <a:pt x="364" y="7237"/>
                    <a:pt x="875" y="7262"/>
                    <a:pt x="1054" y="7286"/>
                  </a:cubicBezTo>
                  <a:lnTo>
                    <a:pt x="4645" y="7286"/>
                  </a:lnTo>
                  <a:cubicBezTo>
                    <a:pt x="4830" y="7262"/>
                    <a:pt x="5341" y="7237"/>
                    <a:pt x="5600" y="6825"/>
                  </a:cubicBezTo>
                  <a:cubicBezTo>
                    <a:pt x="5698" y="6646"/>
                    <a:pt x="5600" y="6418"/>
                    <a:pt x="5495" y="6209"/>
                  </a:cubicBezTo>
                  <a:cubicBezTo>
                    <a:pt x="5446" y="6110"/>
                    <a:pt x="5415" y="6030"/>
                    <a:pt x="5415" y="5981"/>
                  </a:cubicBezTo>
                  <a:cubicBezTo>
                    <a:pt x="5390" y="5901"/>
                    <a:pt x="5390" y="5081"/>
                    <a:pt x="5415" y="4287"/>
                  </a:cubicBezTo>
                  <a:cubicBezTo>
                    <a:pt x="5446" y="2926"/>
                    <a:pt x="5470" y="1232"/>
                    <a:pt x="5390" y="924"/>
                  </a:cubicBezTo>
                  <a:cubicBezTo>
                    <a:pt x="5341" y="641"/>
                    <a:pt x="5107" y="388"/>
                    <a:pt x="4953" y="234"/>
                  </a:cubicBezTo>
                  <a:cubicBezTo>
                    <a:pt x="4799" y="105"/>
                    <a:pt x="4596" y="0"/>
                    <a:pt x="43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nefits of Orthodontics Conference by Slidesgo">
  <a:themeElements>
    <a:clrScheme name="Simple Light">
      <a:dk1>
        <a:srgbClr val="001C44"/>
      </a:dk1>
      <a:lt1>
        <a:srgbClr val="F8FCFF"/>
      </a:lt1>
      <a:dk2>
        <a:srgbClr val="14376F"/>
      </a:dk2>
      <a:lt2>
        <a:srgbClr val="3291E1"/>
      </a:lt2>
      <a:accent1>
        <a:srgbClr val="87D6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1C4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
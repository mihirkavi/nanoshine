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11546772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11546772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1546772b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11546772b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11546772b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11546772b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11546772b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11546772b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20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Team: Alex, Mandi, Mihir, Pranav, 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Pranav Karthikeyan 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24th Feb 2023 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2 pm to 3 pm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81"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523750"/>
            <a:ext cx="8520600" cy="227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BAEP 557: Term Project Spring 23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Meeting with AMI Expert Dr.Lobl</a:t>
            </a:r>
            <a:endParaRPr sz="3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1. Clarifying question on the logistics of increasing and decreasing temperature for making the nanoshine work?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2. Is it alone enough to get rid of existing cavity? Can we claim it can remove cavity without the need of going to a dentist?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3</a:t>
            </a:r>
            <a:r>
              <a:rPr lang="en" sz="2000"/>
              <a:t>. Can you get rid of brushing teeth daily and use just this product?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4.</a:t>
            </a:r>
            <a:r>
              <a:rPr lang="en" sz="2000"/>
              <a:t>. Didn’t understand the eye application/ side effect.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Q1 What type of end users we can target first (chronic patients first or precautionary users first)?</a:t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There are 5 stages of Dental Bio film formation.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A] Planktonic: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B] Cell aggregation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C] Biofilm formation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D] Biofilm Maturation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E] Biofilm at Critical mass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Q1 a) At what stage only toothpaste can take of bacteria?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Q1 b) At what stage 'mild use of nano particles' is enough?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Q1 c) At what stage 'heavy use of nano particles' becomes necessary?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Intention of Question is to understand stage wise remedy and existing solutions for them.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Q2. How do doctors measure amount/stage of biofilm created?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(visual inspection? , any symptoms?, sensors or similar?, chemical reaction based identification?)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Q3. Are we looking to use Nanoparticle solution to deliver AMP's, Bacteriophages, Quorum inhibitors?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